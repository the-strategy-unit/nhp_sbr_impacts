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147479338" r:id="rId5"/>
    <p:sldId id="2147479348" r:id="rId6"/>
    <p:sldId id="2147479344" r:id="rId7"/>
    <p:sldId id="2147479346" r:id="rId8"/>
    <p:sldId id="2147479342" r:id="rId9"/>
    <p:sldId id="257" r:id="rId10"/>
    <p:sldId id="260" r:id="rId11"/>
    <p:sldId id="258" r:id="rId12"/>
    <p:sldId id="2147479340" r:id="rId13"/>
    <p:sldId id="256" r:id="rId14"/>
    <p:sldId id="2147479345" r:id="rId15"/>
    <p:sldId id="2147479337" r:id="rId16"/>
    <p:sldId id="214747933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BFCCB5-6F60-4B4C-8F2B-82E3B95F8D19}" v="28" dt="2024-05-20T10:26:12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6341"/>
    <p:restoredTop sz="95809"/>
  </p:normalViewPr>
  <p:slideViewPr>
    <p:cSldViewPr snapToGrid="0">
      <p:cViewPr varScale="1">
        <p:scale>
          <a:sx n="67" d="100"/>
          <a:sy n="67" d="100"/>
        </p:scale>
        <p:origin x="14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Hood (Strategy Unit, hosted by ML)" userId="8780178f-c962-4518-a070-fd8292572a75" providerId="ADAL" clId="{F7BFCCB5-6F60-4B4C-8F2B-82E3B95F8D19}"/>
    <pc:docChg chg="undo custSel modSld delMainMaster modMainMaster">
      <pc:chgData name="Andrew Hood (Strategy Unit, hosted by ML)" userId="8780178f-c962-4518-a070-fd8292572a75" providerId="ADAL" clId="{F7BFCCB5-6F60-4B4C-8F2B-82E3B95F8D19}" dt="2024-05-20T10:26:12.880" v="158" actId="478"/>
      <pc:docMkLst>
        <pc:docMk/>
      </pc:docMkLst>
      <pc:sldChg chg="addSp delSp modSp mod modClrScheme chgLayout">
        <pc:chgData name="Andrew Hood (Strategy Unit, hosted by ML)" userId="8780178f-c962-4518-a070-fd8292572a75" providerId="ADAL" clId="{F7BFCCB5-6F60-4B4C-8F2B-82E3B95F8D19}" dt="2024-05-14T15:43:46.556" v="32" actId="700"/>
        <pc:sldMkLst>
          <pc:docMk/>
          <pc:sldMk cId="4020326183" sldId="257"/>
        </pc:sldMkLst>
        <pc:spChg chg="del mod ord">
          <ac:chgData name="Andrew Hood (Strategy Unit, hosted by ML)" userId="8780178f-c962-4518-a070-fd8292572a75" providerId="ADAL" clId="{F7BFCCB5-6F60-4B4C-8F2B-82E3B95F8D19}" dt="2024-05-14T15:43:46.556" v="32" actId="700"/>
          <ac:spMkLst>
            <pc:docMk/>
            <pc:sldMk cId="4020326183" sldId="257"/>
            <ac:spMk id="2" creationId="{0428085C-560E-7D78-6BCC-BC5108B48A36}"/>
          </ac:spMkLst>
        </pc:spChg>
        <pc:spChg chg="del mod ord">
          <ac:chgData name="Andrew Hood (Strategy Unit, hosted by ML)" userId="8780178f-c962-4518-a070-fd8292572a75" providerId="ADAL" clId="{F7BFCCB5-6F60-4B4C-8F2B-82E3B95F8D19}" dt="2024-05-14T15:43:46.556" v="32" actId="700"/>
          <ac:spMkLst>
            <pc:docMk/>
            <pc:sldMk cId="4020326183" sldId="257"/>
            <ac:spMk id="3" creationId="{A1670A7B-A602-AC44-BA4E-1FBAB8F6DCDF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3:46.556" v="32" actId="700"/>
          <ac:spMkLst>
            <pc:docMk/>
            <pc:sldMk cId="4020326183" sldId="257"/>
            <ac:spMk id="4" creationId="{B0BF3C16-7DC2-5059-477C-EE1B356C443C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3:46.556" v="32" actId="700"/>
          <ac:spMkLst>
            <pc:docMk/>
            <pc:sldMk cId="4020326183" sldId="257"/>
            <ac:spMk id="5" creationId="{740917E2-FD53-70C9-4248-F641FCF2E3C5}"/>
          </ac:spMkLst>
        </pc:spChg>
      </pc:sldChg>
      <pc:sldChg chg="addSp delSp modSp mod modClrScheme chgLayout">
        <pc:chgData name="Andrew Hood (Strategy Unit, hosted by ML)" userId="8780178f-c962-4518-a070-fd8292572a75" providerId="ADAL" clId="{F7BFCCB5-6F60-4B4C-8F2B-82E3B95F8D19}" dt="2024-05-14T15:42:58.344" v="28" actId="700"/>
        <pc:sldMkLst>
          <pc:docMk/>
          <pc:sldMk cId="3090482787" sldId="258"/>
        </pc:sldMkLst>
        <pc:spChg chg="del mod ord">
          <ac:chgData name="Andrew Hood (Strategy Unit, hosted by ML)" userId="8780178f-c962-4518-a070-fd8292572a75" providerId="ADAL" clId="{F7BFCCB5-6F60-4B4C-8F2B-82E3B95F8D19}" dt="2024-05-14T15:42:58.344" v="28" actId="700"/>
          <ac:spMkLst>
            <pc:docMk/>
            <pc:sldMk cId="3090482787" sldId="258"/>
            <ac:spMk id="2" creationId="{AB77D786-ECC6-A2BB-A033-6E7DD7DB5B91}"/>
          </ac:spMkLst>
        </pc:spChg>
        <pc:spChg chg="del mod ord">
          <ac:chgData name="Andrew Hood (Strategy Unit, hosted by ML)" userId="8780178f-c962-4518-a070-fd8292572a75" providerId="ADAL" clId="{F7BFCCB5-6F60-4B4C-8F2B-82E3B95F8D19}" dt="2024-05-14T15:42:58.344" v="28" actId="700"/>
          <ac:spMkLst>
            <pc:docMk/>
            <pc:sldMk cId="3090482787" sldId="258"/>
            <ac:spMk id="3" creationId="{7F52082A-A5B1-4491-6367-CFD8C76721D3}"/>
          </ac:spMkLst>
        </pc:spChg>
        <pc:spChg chg="del mod ord">
          <ac:chgData name="Andrew Hood (Strategy Unit, hosted by ML)" userId="8780178f-c962-4518-a070-fd8292572a75" providerId="ADAL" clId="{F7BFCCB5-6F60-4B4C-8F2B-82E3B95F8D19}" dt="2024-05-14T15:42:58.344" v="28" actId="700"/>
          <ac:spMkLst>
            <pc:docMk/>
            <pc:sldMk cId="3090482787" sldId="258"/>
            <ac:spMk id="4" creationId="{61CFEE78-B33C-9290-7324-9A033F6EA25A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2:58.344" v="28" actId="700"/>
          <ac:spMkLst>
            <pc:docMk/>
            <pc:sldMk cId="3090482787" sldId="258"/>
            <ac:spMk id="5" creationId="{B85BD8CF-E5F7-63A5-7DBC-17CC923F156F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2:58.344" v="28" actId="700"/>
          <ac:spMkLst>
            <pc:docMk/>
            <pc:sldMk cId="3090482787" sldId="258"/>
            <ac:spMk id="6" creationId="{401FFA3F-4820-F795-B5CA-04172E98B879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2:58.344" v="28" actId="700"/>
          <ac:spMkLst>
            <pc:docMk/>
            <pc:sldMk cId="3090482787" sldId="258"/>
            <ac:spMk id="7" creationId="{69939C77-6A0B-EDC9-59AB-87DDB6523604}"/>
          </ac:spMkLst>
        </pc:spChg>
      </pc:sldChg>
      <pc:sldChg chg="addSp delSp modSp mod modClrScheme chgLayout">
        <pc:chgData name="Andrew Hood (Strategy Unit, hosted by ML)" userId="8780178f-c962-4518-a070-fd8292572a75" providerId="ADAL" clId="{F7BFCCB5-6F60-4B4C-8F2B-82E3B95F8D19}" dt="2024-05-14T15:43:37.352" v="31" actId="700"/>
        <pc:sldMkLst>
          <pc:docMk/>
          <pc:sldMk cId="1680658924" sldId="260"/>
        </pc:sldMkLst>
        <pc:spChg chg="add del mod ord">
          <ac:chgData name="Andrew Hood (Strategy Unit, hosted by ML)" userId="8780178f-c962-4518-a070-fd8292572a75" providerId="ADAL" clId="{F7BFCCB5-6F60-4B4C-8F2B-82E3B95F8D19}" dt="2024-05-14T15:43:37.352" v="31" actId="700"/>
          <ac:spMkLst>
            <pc:docMk/>
            <pc:sldMk cId="1680658924" sldId="260"/>
            <ac:spMk id="2" creationId="{5047BE6C-72BC-D878-41DB-2BCE1F01F1AD}"/>
          </ac:spMkLst>
        </pc:spChg>
        <pc:spChg chg="add del mod ord">
          <ac:chgData name="Andrew Hood (Strategy Unit, hosted by ML)" userId="8780178f-c962-4518-a070-fd8292572a75" providerId="ADAL" clId="{F7BFCCB5-6F60-4B4C-8F2B-82E3B95F8D19}" dt="2024-05-14T15:43:37.352" v="31" actId="700"/>
          <ac:spMkLst>
            <pc:docMk/>
            <pc:sldMk cId="1680658924" sldId="260"/>
            <ac:spMk id="3" creationId="{88F18475-8754-3D16-C126-47D173C55180}"/>
          </ac:spMkLst>
        </pc:spChg>
        <pc:spChg chg="add del mod ord">
          <ac:chgData name="Andrew Hood (Strategy Unit, hosted by ML)" userId="8780178f-c962-4518-a070-fd8292572a75" providerId="ADAL" clId="{F7BFCCB5-6F60-4B4C-8F2B-82E3B95F8D19}" dt="2024-05-14T15:43:37.352" v="31" actId="700"/>
          <ac:spMkLst>
            <pc:docMk/>
            <pc:sldMk cId="1680658924" sldId="260"/>
            <ac:spMk id="4" creationId="{CC16AD4C-27C9-ADEA-5B07-9DB21E05EC57}"/>
          </ac:spMkLst>
        </pc:spChg>
        <pc:spChg chg="add del mod ord">
          <ac:chgData name="Andrew Hood (Strategy Unit, hosted by ML)" userId="8780178f-c962-4518-a070-fd8292572a75" providerId="ADAL" clId="{F7BFCCB5-6F60-4B4C-8F2B-82E3B95F8D19}" dt="2024-05-14T15:43:12.815" v="30" actId="700"/>
          <ac:spMkLst>
            <pc:docMk/>
            <pc:sldMk cId="1680658924" sldId="260"/>
            <ac:spMk id="5" creationId="{15C7BE39-D36C-69DB-4B47-6E1F1D04406A}"/>
          </ac:spMkLst>
        </pc:spChg>
        <pc:spChg chg="add del mod ord">
          <ac:chgData name="Andrew Hood (Strategy Unit, hosted by ML)" userId="8780178f-c962-4518-a070-fd8292572a75" providerId="ADAL" clId="{F7BFCCB5-6F60-4B4C-8F2B-82E3B95F8D19}" dt="2024-05-14T15:43:12.815" v="30" actId="700"/>
          <ac:spMkLst>
            <pc:docMk/>
            <pc:sldMk cId="1680658924" sldId="260"/>
            <ac:spMk id="6" creationId="{37521367-6D90-F923-5B37-833B8ABDF203}"/>
          </ac:spMkLst>
        </pc:spChg>
        <pc:spChg chg="add del mod ord">
          <ac:chgData name="Andrew Hood (Strategy Unit, hosted by ML)" userId="8780178f-c962-4518-a070-fd8292572a75" providerId="ADAL" clId="{F7BFCCB5-6F60-4B4C-8F2B-82E3B95F8D19}" dt="2024-05-14T15:43:12.815" v="30" actId="700"/>
          <ac:spMkLst>
            <pc:docMk/>
            <pc:sldMk cId="1680658924" sldId="260"/>
            <ac:spMk id="7" creationId="{05C5860C-E493-3D51-1750-C751A70F24E5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3:37.352" v="31" actId="700"/>
          <ac:spMkLst>
            <pc:docMk/>
            <pc:sldMk cId="1680658924" sldId="260"/>
            <ac:spMk id="8" creationId="{358869F5-6BDB-05A0-B510-AA35299E4C60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3:37.352" v="31" actId="700"/>
          <ac:spMkLst>
            <pc:docMk/>
            <pc:sldMk cId="1680658924" sldId="260"/>
            <ac:spMk id="9" creationId="{3A3A4B6B-4700-0A22-49B6-04610F183C37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3:37.352" v="31" actId="700"/>
          <ac:spMkLst>
            <pc:docMk/>
            <pc:sldMk cId="1680658924" sldId="260"/>
            <ac:spMk id="10" creationId="{1EB07C7B-DDC6-018D-E37C-ADC22480E89D}"/>
          </ac:spMkLst>
        </pc:spChg>
      </pc:sldChg>
      <pc:sldChg chg="addSp modSp mod modClrScheme chgLayout">
        <pc:chgData name="Andrew Hood (Strategy Unit, hosted by ML)" userId="8780178f-c962-4518-a070-fd8292572a75" providerId="ADAL" clId="{F7BFCCB5-6F60-4B4C-8F2B-82E3B95F8D19}" dt="2024-05-14T15:42:22.294" v="26" actId="700"/>
        <pc:sldMkLst>
          <pc:docMk/>
          <pc:sldMk cId="917899437" sldId="2147479337"/>
        </pc:sldMkLst>
        <pc:spChg chg="add mod ord">
          <ac:chgData name="Andrew Hood (Strategy Unit, hosted by ML)" userId="8780178f-c962-4518-a070-fd8292572a75" providerId="ADAL" clId="{F7BFCCB5-6F60-4B4C-8F2B-82E3B95F8D19}" dt="2024-05-14T15:42:22.294" v="26" actId="700"/>
          <ac:spMkLst>
            <pc:docMk/>
            <pc:sldMk cId="917899437" sldId="2147479337"/>
            <ac:spMk id="2" creationId="{91E540AB-6BA0-4688-EEB7-ABF9A0854441}"/>
          </ac:spMkLst>
        </pc:spChg>
        <pc:spChg chg="mod ord">
          <ac:chgData name="Andrew Hood (Strategy Unit, hosted by ML)" userId="8780178f-c962-4518-a070-fd8292572a75" providerId="ADAL" clId="{F7BFCCB5-6F60-4B4C-8F2B-82E3B95F8D19}" dt="2024-05-14T15:42:22.294" v="26" actId="700"/>
          <ac:spMkLst>
            <pc:docMk/>
            <pc:sldMk cId="917899437" sldId="2147479337"/>
            <ac:spMk id="4" creationId="{561FB43C-9871-CEA6-AB42-288F7CBD91CF}"/>
          </ac:spMkLst>
        </pc:spChg>
        <pc:spChg chg="mod ord">
          <ac:chgData name="Andrew Hood (Strategy Unit, hosted by ML)" userId="8780178f-c962-4518-a070-fd8292572a75" providerId="ADAL" clId="{F7BFCCB5-6F60-4B4C-8F2B-82E3B95F8D19}" dt="2024-05-14T15:42:22.294" v="26" actId="700"/>
          <ac:spMkLst>
            <pc:docMk/>
            <pc:sldMk cId="917899437" sldId="2147479337"/>
            <ac:spMk id="7" creationId="{E8522E19-B00F-1020-A09A-6BA77E7442BA}"/>
          </ac:spMkLst>
        </pc:spChg>
      </pc:sldChg>
      <pc:sldChg chg="addSp modSp mod modClrScheme chgLayout">
        <pc:chgData name="Andrew Hood (Strategy Unit, hosted by ML)" userId="8780178f-c962-4518-a070-fd8292572a75" providerId="ADAL" clId="{F7BFCCB5-6F60-4B4C-8F2B-82E3B95F8D19}" dt="2024-05-20T10:12:24.094" v="128" actId="27636"/>
        <pc:sldMkLst>
          <pc:docMk/>
          <pc:sldMk cId="3429203284" sldId="2147479339"/>
        </pc:sldMkLst>
        <pc:spChg chg="mod ord">
          <ac:chgData name="Andrew Hood (Strategy Unit, hosted by ML)" userId="8780178f-c962-4518-a070-fd8292572a75" providerId="ADAL" clId="{F7BFCCB5-6F60-4B4C-8F2B-82E3B95F8D19}" dt="2024-05-20T10:12:24.094" v="128" actId="27636"/>
          <ac:spMkLst>
            <pc:docMk/>
            <pc:sldMk cId="3429203284" sldId="2147479339"/>
            <ac:spMk id="2" creationId="{2E73674B-94D7-1309-E573-35188985AA34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6:01:06.885" v="80" actId="700"/>
          <ac:spMkLst>
            <pc:docMk/>
            <pc:sldMk cId="3429203284" sldId="2147479339"/>
            <ac:spMk id="16" creationId="{8B800265-1EEC-A76F-983F-FCFB24730D7C}"/>
          </ac:spMkLst>
        </pc:spChg>
      </pc:sldChg>
      <pc:sldChg chg="modSp mod modClrScheme chgLayout">
        <pc:chgData name="Andrew Hood (Strategy Unit, hosted by ML)" userId="8780178f-c962-4518-a070-fd8292572a75" providerId="ADAL" clId="{F7BFCCB5-6F60-4B4C-8F2B-82E3B95F8D19}" dt="2024-05-14T15:42:44.864" v="27" actId="700"/>
        <pc:sldMkLst>
          <pc:docMk/>
          <pc:sldMk cId="1139980931" sldId="2147479340"/>
        </pc:sldMkLst>
        <pc:spChg chg="mod ord">
          <ac:chgData name="Andrew Hood (Strategy Unit, hosted by ML)" userId="8780178f-c962-4518-a070-fd8292572a75" providerId="ADAL" clId="{F7BFCCB5-6F60-4B4C-8F2B-82E3B95F8D19}" dt="2024-05-14T15:42:44.864" v="27" actId="700"/>
          <ac:spMkLst>
            <pc:docMk/>
            <pc:sldMk cId="1139980931" sldId="2147479340"/>
            <ac:spMk id="2" creationId="{138DA464-A6F6-BB0E-1AA3-833DC1799CDF}"/>
          </ac:spMkLst>
        </pc:spChg>
        <pc:spChg chg="mod ord">
          <ac:chgData name="Andrew Hood (Strategy Unit, hosted by ML)" userId="8780178f-c962-4518-a070-fd8292572a75" providerId="ADAL" clId="{F7BFCCB5-6F60-4B4C-8F2B-82E3B95F8D19}" dt="2024-05-14T15:42:44.864" v="27" actId="700"/>
          <ac:spMkLst>
            <pc:docMk/>
            <pc:sldMk cId="1139980931" sldId="2147479340"/>
            <ac:spMk id="3" creationId="{FC344E0C-9D27-26C7-328F-21690A6A91F5}"/>
          </ac:spMkLst>
        </pc:spChg>
      </pc:sldChg>
      <pc:sldChg chg="addSp delSp modSp mod modClrScheme chgLayout">
        <pc:chgData name="Andrew Hood (Strategy Unit, hosted by ML)" userId="8780178f-c962-4518-a070-fd8292572a75" providerId="ADAL" clId="{F7BFCCB5-6F60-4B4C-8F2B-82E3B95F8D19}" dt="2024-05-14T15:44:08.265" v="33" actId="700"/>
        <pc:sldMkLst>
          <pc:docMk/>
          <pc:sldMk cId="1916874679" sldId="2147479342"/>
        </pc:sldMkLst>
        <pc:spChg chg="mod ord">
          <ac:chgData name="Andrew Hood (Strategy Unit, hosted by ML)" userId="8780178f-c962-4518-a070-fd8292572a75" providerId="ADAL" clId="{F7BFCCB5-6F60-4B4C-8F2B-82E3B95F8D19}" dt="2024-05-14T15:44:08.265" v="33" actId="700"/>
          <ac:spMkLst>
            <pc:docMk/>
            <pc:sldMk cId="1916874679" sldId="2147479342"/>
            <ac:spMk id="2" creationId="{667297DF-BE8B-DFD8-DB21-C2A00F6FE48F}"/>
          </ac:spMkLst>
        </pc:spChg>
        <pc:spChg chg="del mod ord">
          <ac:chgData name="Andrew Hood (Strategy Unit, hosted by ML)" userId="8780178f-c962-4518-a070-fd8292572a75" providerId="ADAL" clId="{F7BFCCB5-6F60-4B4C-8F2B-82E3B95F8D19}" dt="2024-05-14T15:44:08.265" v="33" actId="700"/>
          <ac:spMkLst>
            <pc:docMk/>
            <pc:sldMk cId="1916874679" sldId="2147479342"/>
            <ac:spMk id="3" creationId="{439CEFB4-6583-D508-BE9F-0C2E8AD75F88}"/>
          </ac:spMkLst>
        </pc:spChg>
        <pc:spChg chg="add mod ord">
          <ac:chgData name="Andrew Hood (Strategy Unit, hosted by ML)" userId="8780178f-c962-4518-a070-fd8292572a75" providerId="ADAL" clId="{F7BFCCB5-6F60-4B4C-8F2B-82E3B95F8D19}" dt="2024-05-14T15:44:08.265" v="33" actId="700"/>
          <ac:spMkLst>
            <pc:docMk/>
            <pc:sldMk cId="1916874679" sldId="2147479342"/>
            <ac:spMk id="4" creationId="{BB0F97B5-2C91-564A-F85D-354DD8483936}"/>
          </ac:spMkLst>
        </pc:spChg>
      </pc:sldChg>
      <pc:sldMasterChg chg="addSp delSp modSp mod delSldLayout modSldLayout sldLayoutOrd">
        <pc:chgData name="Andrew Hood (Strategy Unit, hosted by ML)" userId="8780178f-c962-4518-a070-fd8292572a75" providerId="ADAL" clId="{F7BFCCB5-6F60-4B4C-8F2B-82E3B95F8D19}" dt="2024-05-20T10:26:12.880" v="158" actId="478"/>
        <pc:sldMasterMkLst>
          <pc:docMk/>
          <pc:sldMasterMk cId="1350655971" sldId="2147483660"/>
        </pc:sldMasterMkLst>
        <pc:spChg chg="mod">
          <ac:chgData name="Andrew Hood (Strategy Unit, hosted by ML)" userId="8780178f-c962-4518-a070-fd8292572a75" providerId="ADAL" clId="{F7BFCCB5-6F60-4B4C-8F2B-82E3B95F8D19}" dt="2024-05-20T10:14:26.550" v="138" actId="14100"/>
          <ac:spMkLst>
            <pc:docMk/>
            <pc:sldMasterMk cId="1350655971" sldId="2147483660"/>
            <ac:spMk id="2" creationId="{00000000-0000-0000-0000-000000000000}"/>
          </ac:spMkLst>
        </pc:spChg>
        <pc:spChg chg="add del mod">
          <ac:chgData name="Andrew Hood (Strategy Unit, hosted by ML)" userId="8780178f-c962-4518-a070-fd8292572a75" providerId="ADAL" clId="{F7BFCCB5-6F60-4B4C-8F2B-82E3B95F8D19}" dt="2024-05-20T10:26:12.880" v="158" actId="478"/>
          <ac:spMkLst>
            <pc:docMk/>
            <pc:sldMasterMk cId="1350655971" sldId="2147483660"/>
            <ac:spMk id="3" creationId="{00000000-0000-0000-0000-000000000000}"/>
          </ac:spMkLst>
        </pc:spChg>
        <pc:spChg chg="add mod ord">
          <ac:chgData name="Andrew Hood (Strategy Unit, hosted by ML)" userId="8780178f-c962-4518-a070-fd8292572a75" providerId="ADAL" clId="{F7BFCCB5-6F60-4B4C-8F2B-82E3B95F8D19}" dt="2024-05-20T10:25:53.062" v="152" actId="167"/>
          <ac:spMkLst>
            <pc:docMk/>
            <pc:sldMasterMk cId="1350655971" sldId="2147483660"/>
            <ac:spMk id="4" creationId="{456AE61C-CB53-A51B-2E3D-419A782B4757}"/>
          </ac:spMkLst>
        </pc:spChg>
        <pc:spChg chg="add del mod">
          <ac:chgData name="Andrew Hood (Strategy Unit, hosted by ML)" userId="8780178f-c962-4518-a070-fd8292572a75" providerId="ADAL" clId="{F7BFCCB5-6F60-4B4C-8F2B-82E3B95F8D19}" dt="2024-05-20T10:26:12.010" v="157"/>
          <ac:spMkLst>
            <pc:docMk/>
            <pc:sldMasterMk cId="1350655971" sldId="2147483660"/>
            <ac:spMk id="9" creationId="{5C7D122A-7110-AABB-908A-010492B5E081}"/>
          </ac:spMkLst>
        </pc:spChg>
        <pc:sldLayoutChg chg="modSp mod">
          <pc:chgData name="Andrew Hood (Strategy Unit, hosted by ML)" userId="8780178f-c962-4518-a070-fd8292572a75" providerId="ADAL" clId="{F7BFCCB5-6F60-4B4C-8F2B-82E3B95F8D19}" dt="2024-05-20T10:10:25.926" v="112" actId="404"/>
          <pc:sldLayoutMkLst>
            <pc:docMk/>
            <pc:sldMasterMk cId="1350655971" sldId="2147483660"/>
            <pc:sldLayoutMk cId="2708386492" sldId="2147483661"/>
          </pc:sldLayoutMkLst>
          <pc:spChg chg="mod">
            <ac:chgData name="Andrew Hood (Strategy Unit, hosted by ML)" userId="8780178f-c962-4518-a070-fd8292572a75" providerId="ADAL" clId="{F7BFCCB5-6F60-4B4C-8F2B-82E3B95F8D19}" dt="2024-05-20T10:10:25.926" v="112" actId="404"/>
            <ac:spMkLst>
              <pc:docMk/>
              <pc:sldMasterMk cId="1350655971" sldId="2147483660"/>
              <pc:sldLayoutMk cId="2708386492" sldId="2147483661"/>
              <ac:spMk id="2" creationId="{00000000-0000-0000-0000-000000000000}"/>
            </ac:spMkLst>
          </pc:spChg>
          <pc:spChg chg="mod">
            <ac:chgData name="Andrew Hood (Strategy Unit, hosted by ML)" userId="8780178f-c962-4518-a070-fd8292572a75" providerId="ADAL" clId="{F7BFCCB5-6F60-4B4C-8F2B-82E3B95F8D19}" dt="2024-05-14T16:10:28.016" v="83" actId="6549"/>
            <ac:spMkLst>
              <pc:docMk/>
              <pc:sldMasterMk cId="1350655971" sldId="2147483660"/>
              <pc:sldLayoutMk cId="2708386492" sldId="2147483661"/>
              <ac:spMk id="3" creationId="{00000000-0000-0000-0000-000000000000}"/>
            </ac:spMkLst>
          </pc:spChg>
        </pc:sldLayoutChg>
        <pc:sldLayoutChg chg="addSp modSp mod">
          <pc:chgData name="Andrew Hood (Strategy Unit, hosted by ML)" userId="8780178f-c962-4518-a070-fd8292572a75" providerId="ADAL" clId="{F7BFCCB5-6F60-4B4C-8F2B-82E3B95F8D19}" dt="2024-05-20T10:12:33.805" v="132" actId="14100"/>
          <pc:sldLayoutMkLst>
            <pc:docMk/>
            <pc:sldMasterMk cId="1350655971" sldId="2147483660"/>
            <pc:sldLayoutMk cId="2468326065" sldId="2147483662"/>
          </pc:sldLayoutMkLst>
          <pc:spChg chg="mod">
            <ac:chgData name="Andrew Hood (Strategy Unit, hosted by ML)" userId="8780178f-c962-4518-a070-fd8292572a75" providerId="ADAL" clId="{F7BFCCB5-6F60-4B4C-8F2B-82E3B95F8D19}" dt="2024-05-20T10:12:28.159" v="131" actId="404"/>
            <ac:spMkLst>
              <pc:docMk/>
              <pc:sldMasterMk cId="1350655971" sldId="2147483660"/>
              <pc:sldLayoutMk cId="2468326065" sldId="2147483662"/>
              <ac:spMk id="2" creationId="{00000000-0000-0000-0000-000000000000}"/>
            </ac:spMkLst>
          </pc:spChg>
          <pc:spChg chg="mod">
            <ac:chgData name="Andrew Hood (Strategy Unit, hosted by ML)" userId="8780178f-c962-4518-a070-fd8292572a75" providerId="ADAL" clId="{F7BFCCB5-6F60-4B4C-8F2B-82E3B95F8D19}" dt="2024-05-20T10:12:33.805" v="132" actId="14100"/>
            <ac:spMkLst>
              <pc:docMk/>
              <pc:sldMasterMk cId="1350655971" sldId="2147483660"/>
              <pc:sldLayoutMk cId="2468326065" sldId="2147483662"/>
              <ac:spMk id="3" creationId="{00000000-0000-0000-0000-000000000000}"/>
            </ac:spMkLst>
          </pc:spChg>
          <pc:spChg chg="ord">
            <ac:chgData name="Andrew Hood (Strategy Unit, hosted by ML)" userId="8780178f-c962-4518-a070-fd8292572a75" providerId="ADAL" clId="{F7BFCCB5-6F60-4B4C-8F2B-82E3B95F8D19}" dt="2024-05-14T15:45:29.818" v="35" actId="166"/>
            <ac:spMkLst>
              <pc:docMk/>
              <pc:sldMasterMk cId="1350655971" sldId="2147483660"/>
              <pc:sldLayoutMk cId="2468326065" sldId="2147483662"/>
              <ac:spMk id="4" creationId="{AE104E18-8379-D7A8-EB57-3A892E5A1EC5}"/>
            </ac:spMkLst>
          </pc:spChg>
          <pc:picChg chg="add mod">
            <ac:chgData name="Andrew Hood (Strategy Unit, hosted by ML)" userId="8780178f-c962-4518-a070-fd8292572a75" providerId="ADAL" clId="{F7BFCCB5-6F60-4B4C-8F2B-82E3B95F8D19}" dt="2024-05-14T15:47:18.082" v="53" actId="14100"/>
            <ac:picMkLst>
              <pc:docMk/>
              <pc:sldMasterMk cId="1350655971" sldId="2147483660"/>
              <pc:sldLayoutMk cId="2468326065" sldId="2147483662"/>
              <ac:picMk id="5" creationId="{F56D429E-DF34-7BA9-913A-6A66F93118D8}"/>
            </ac:picMkLst>
          </pc:picChg>
        </pc:sldLayoutChg>
        <pc:sldLayoutChg chg="addSp delSp modSp mod ord">
          <pc:chgData name="Andrew Hood (Strategy Unit, hosted by ML)" userId="8780178f-c962-4518-a070-fd8292572a75" providerId="ADAL" clId="{F7BFCCB5-6F60-4B4C-8F2B-82E3B95F8D19}" dt="2024-05-20T10:25:38.768" v="149" actId="1076"/>
          <pc:sldLayoutMkLst>
            <pc:docMk/>
            <pc:sldMasterMk cId="1350655971" sldId="2147483660"/>
            <pc:sldLayoutMk cId="2385444012" sldId="2147483664"/>
          </pc:sldLayoutMkLst>
          <pc:spChg chg="mod">
            <ac:chgData name="Andrew Hood (Strategy Unit, hosted by ML)" userId="8780178f-c962-4518-a070-fd8292572a75" providerId="ADAL" clId="{F7BFCCB5-6F60-4B4C-8F2B-82E3B95F8D19}" dt="2024-05-20T10:11:22.853" v="116" actId="1076"/>
            <ac:spMkLst>
              <pc:docMk/>
              <pc:sldMasterMk cId="1350655971" sldId="2147483660"/>
              <pc:sldLayoutMk cId="2385444012" sldId="2147483664"/>
              <ac:spMk id="2" creationId="{00000000-0000-0000-0000-000000000000}"/>
            </ac:spMkLst>
          </pc:spChg>
          <pc:spChg chg="add del">
            <ac:chgData name="Andrew Hood (Strategy Unit, hosted by ML)" userId="8780178f-c962-4518-a070-fd8292572a75" providerId="ADAL" clId="{F7BFCCB5-6F60-4B4C-8F2B-82E3B95F8D19}" dt="2024-05-20T10:08:08.565" v="91" actId="478"/>
            <ac:spMkLst>
              <pc:docMk/>
              <pc:sldMasterMk cId="1350655971" sldId="2147483660"/>
              <pc:sldLayoutMk cId="2385444012" sldId="2147483664"/>
              <ac:spMk id="3" creationId="{00000000-0000-0000-0000-000000000000}"/>
            </ac:spMkLst>
          </pc:spChg>
          <pc:spChg chg="add mod">
            <ac:chgData name="Andrew Hood (Strategy Unit, hosted by ML)" userId="8780178f-c962-4518-a070-fd8292572a75" providerId="ADAL" clId="{F7BFCCB5-6F60-4B4C-8F2B-82E3B95F8D19}" dt="2024-05-20T10:25:29.592" v="146" actId="14100"/>
            <ac:spMkLst>
              <pc:docMk/>
              <pc:sldMasterMk cId="1350655971" sldId="2147483660"/>
              <pc:sldLayoutMk cId="2385444012" sldId="2147483664"/>
              <ac:spMk id="3" creationId="{D2592819-5C80-B996-F823-F8B9F9EAD6C9}"/>
            </ac:spMkLst>
          </pc:spChg>
          <pc:spChg chg="del">
            <ac:chgData name="Andrew Hood (Strategy Unit, hosted by ML)" userId="8780178f-c962-4518-a070-fd8292572a75" providerId="ADAL" clId="{F7BFCCB5-6F60-4B4C-8F2B-82E3B95F8D19}" dt="2024-05-20T10:08:21.069" v="93" actId="478"/>
            <ac:spMkLst>
              <pc:docMk/>
              <pc:sldMasterMk cId="1350655971" sldId="2147483660"/>
              <pc:sldLayoutMk cId="2385444012" sldId="2147483664"/>
              <ac:spMk id="4" creationId="{00000000-0000-0000-0000-000000000000}"/>
            </ac:spMkLst>
          </pc:spChg>
          <pc:spChg chg="add mod">
            <ac:chgData name="Andrew Hood (Strategy Unit, hosted by ML)" userId="8780178f-c962-4518-a070-fd8292572a75" providerId="ADAL" clId="{F7BFCCB5-6F60-4B4C-8F2B-82E3B95F8D19}" dt="2024-05-20T10:25:38.768" v="149" actId="1076"/>
            <ac:spMkLst>
              <pc:docMk/>
              <pc:sldMasterMk cId="1350655971" sldId="2147483660"/>
              <pc:sldLayoutMk cId="2385444012" sldId="2147483664"/>
              <ac:spMk id="4" creationId="{D1BAB7DA-EC53-0103-E362-83F86BDB6BC4}"/>
            </ac:spMkLst>
          </pc:spChg>
          <pc:spChg chg="add del">
            <ac:chgData name="Andrew Hood (Strategy Unit, hosted by ML)" userId="8780178f-c962-4518-a070-fd8292572a75" providerId="ADAL" clId="{F7BFCCB5-6F60-4B4C-8F2B-82E3B95F8D19}" dt="2024-05-20T10:08:15.714" v="92" actId="11529"/>
            <ac:spMkLst>
              <pc:docMk/>
              <pc:sldMasterMk cId="1350655971" sldId="2147483660"/>
              <pc:sldLayoutMk cId="2385444012" sldId="2147483664"/>
              <ac:spMk id="6" creationId="{12E0DCBC-487B-6D9B-0E87-EA53DA4FB31E}"/>
            </ac:spMkLst>
          </pc:spChg>
          <pc:spChg chg="add del mod">
            <ac:chgData name="Andrew Hood (Strategy Unit, hosted by ML)" userId="8780178f-c962-4518-a070-fd8292572a75" providerId="ADAL" clId="{F7BFCCB5-6F60-4B4C-8F2B-82E3B95F8D19}" dt="2024-05-20T10:25:25.758" v="144" actId="478"/>
            <ac:spMkLst>
              <pc:docMk/>
              <pc:sldMasterMk cId="1350655971" sldId="2147483660"/>
              <pc:sldLayoutMk cId="2385444012" sldId="2147483664"/>
              <ac:spMk id="7" creationId="{F15AAEF2-D340-A43C-719F-622DB49FDAE6}"/>
            </ac:spMkLst>
          </pc:spChg>
          <pc:spChg chg="add del mod">
            <ac:chgData name="Andrew Hood (Strategy Unit, hosted by ML)" userId="8780178f-c962-4518-a070-fd8292572a75" providerId="ADAL" clId="{F7BFCCB5-6F60-4B4C-8F2B-82E3B95F8D19}" dt="2024-05-20T10:25:32.367" v="147" actId="478"/>
            <ac:spMkLst>
              <pc:docMk/>
              <pc:sldMasterMk cId="1350655971" sldId="2147483660"/>
              <pc:sldLayoutMk cId="2385444012" sldId="2147483664"/>
              <ac:spMk id="8" creationId="{AAA6536F-4C7C-B12D-99EE-CF70C041B7B8}"/>
            </ac:spMkLst>
          </pc:spChg>
        </pc:sldLayoutChg>
        <pc:sldLayoutChg chg="del mod ord">
          <pc:chgData name="Andrew Hood (Strategy Unit, hosted by ML)" userId="8780178f-c962-4518-a070-fd8292572a75" providerId="ADAL" clId="{F7BFCCB5-6F60-4B4C-8F2B-82E3B95F8D19}" dt="2024-05-14T15:52:22.861" v="58" actId="2696"/>
          <pc:sldLayoutMkLst>
            <pc:docMk/>
            <pc:sldMasterMk cId="1350655971" sldId="2147483660"/>
            <pc:sldLayoutMk cId="3613897706" sldId="2147483665"/>
          </pc:sldLayoutMkLst>
        </pc:sldLayoutChg>
        <pc:sldLayoutChg chg="del mod ord">
          <pc:chgData name="Andrew Hood (Strategy Unit, hosted by ML)" userId="8780178f-c962-4518-a070-fd8292572a75" providerId="ADAL" clId="{F7BFCCB5-6F60-4B4C-8F2B-82E3B95F8D19}" dt="2024-05-14T16:01:35.195" v="81" actId="2696"/>
          <pc:sldLayoutMkLst>
            <pc:docMk/>
            <pc:sldMasterMk cId="1350655971" sldId="2147483660"/>
            <pc:sldLayoutMk cId="333516022" sldId="2147483666"/>
          </pc:sldLayoutMkLst>
        </pc:sldLayoutChg>
        <pc:sldLayoutChg chg="addSp delSp modSp mod ord">
          <pc:chgData name="Andrew Hood (Strategy Unit, hosted by ML)" userId="8780178f-c962-4518-a070-fd8292572a75" providerId="ADAL" clId="{F7BFCCB5-6F60-4B4C-8F2B-82E3B95F8D19}" dt="2024-05-20T10:25:16.535" v="143" actId="14100"/>
          <pc:sldLayoutMkLst>
            <pc:docMk/>
            <pc:sldMasterMk cId="1350655971" sldId="2147483660"/>
            <pc:sldLayoutMk cId="2161346945" sldId="2147483668"/>
          </pc:sldLayoutMkLst>
          <pc:spChg chg="add del mod">
            <ac:chgData name="Andrew Hood (Strategy Unit, hosted by ML)" userId="8780178f-c962-4518-a070-fd8292572a75" providerId="ADAL" clId="{F7BFCCB5-6F60-4B4C-8F2B-82E3B95F8D19}" dt="2024-05-20T10:25:07.991" v="140" actId="478"/>
            <ac:spMkLst>
              <pc:docMk/>
              <pc:sldMasterMk cId="1350655971" sldId="2147483660"/>
              <pc:sldLayoutMk cId="2161346945" sldId="2147483668"/>
              <ac:spMk id="2" creationId="{BE51CA1B-C72C-B407-A809-97CBD1E2CAEA}"/>
            </ac:spMkLst>
          </pc:spChg>
          <pc:spChg chg="mod">
            <ac:chgData name="Andrew Hood (Strategy Unit, hosted by ML)" userId="8780178f-c962-4518-a070-fd8292572a75" providerId="ADAL" clId="{F7BFCCB5-6F60-4B4C-8F2B-82E3B95F8D19}" dt="2024-05-20T10:09:26.390" v="105" actId="14100"/>
            <ac:spMkLst>
              <pc:docMk/>
              <pc:sldMasterMk cId="1350655971" sldId="2147483660"/>
              <pc:sldLayoutMk cId="2161346945" sldId="2147483668"/>
              <ac:spMk id="3" creationId="{00000000-0000-0000-0000-000000000000}"/>
            </ac:spMkLst>
          </pc:spChg>
          <pc:spChg chg="del mod">
            <ac:chgData name="Andrew Hood (Strategy Unit, hosted by ML)" userId="8780178f-c962-4518-a070-fd8292572a75" providerId="ADAL" clId="{F7BFCCB5-6F60-4B4C-8F2B-82E3B95F8D19}" dt="2024-05-20T10:09:45.404" v="106" actId="478"/>
            <ac:spMkLst>
              <pc:docMk/>
              <pc:sldMasterMk cId="1350655971" sldId="2147483660"/>
              <pc:sldLayoutMk cId="2161346945" sldId="2147483668"/>
              <ac:spMk id="4" creationId="{00000000-0000-0000-0000-000000000000}"/>
            </ac:spMkLst>
          </pc:spChg>
          <pc:spChg chg="add mod">
            <ac:chgData name="Andrew Hood (Strategy Unit, hosted by ML)" userId="8780178f-c962-4518-a070-fd8292572a75" providerId="ADAL" clId="{F7BFCCB5-6F60-4B4C-8F2B-82E3B95F8D19}" dt="2024-05-20T10:25:16.535" v="143" actId="14100"/>
            <ac:spMkLst>
              <pc:docMk/>
              <pc:sldMasterMk cId="1350655971" sldId="2147483660"/>
              <pc:sldLayoutMk cId="2161346945" sldId="2147483668"/>
              <ac:spMk id="4" creationId="{DF61A5FC-3684-1BAC-1114-63C491ABAD76}"/>
            </ac:spMkLst>
          </pc:spChg>
          <pc:spChg chg="mod">
            <ac:chgData name="Andrew Hood (Strategy Unit, hosted by ML)" userId="8780178f-c962-4518-a070-fd8292572a75" providerId="ADAL" clId="{F7BFCCB5-6F60-4B4C-8F2B-82E3B95F8D19}" dt="2024-05-20T10:09:16.558" v="104" actId="404"/>
            <ac:spMkLst>
              <pc:docMk/>
              <pc:sldMasterMk cId="1350655971" sldId="2147483660"/>
              <pc:sldLayoutMk cId="2161346945" sldId="2147483668"/>
              <ac:spMk id="9" creationId="{576BF1A0-1B30-B080-929D-2D4F0124B1B7}"/>
            </ac:spMkLst>
          </pc:spChg>
        </pc:sldLayoutChg>
        <pc:sldLayoutChg chg="del mod ord">
          <pc:chgData name="Andrew Hood (Strategy Unit, hosted by ML)" userId="8780178f-c962-4518-a070-fd8292572a75" providerId="ADAL" clId="{F7BFCCB5-6F60-4B4C-8F2B-82E3B95F8D19}" dt="2024-05-14T15:51:51.031" v="56" actId="2696"/>
          <pc:sldLayoutMkLst>
            <pc:docMk/>
            <pc:sldMasterMk cId="1350655971" sldId="2147483660"/>
            <pc:sldLayoutMk cId="3972607266" sldId="2147483669"/>
          </pc:sldLayoutMkLst>
        </pc:sldLayoutChg>
        <pc:sldLayoutChg chg="del mod">
          <pc:chgData name="Andrew Hood (Strategy Unit, hosted by ML)" userId="8780178f-c962-4518-a070-fd8292572a75" providerId="ADAL" clId="{F7BFCCB5-6F60-4B4C-8F2B-82E3B95F8D19}" dt="2024-05-14T16:00:46.883" v="79" actId="2696"/>
          <pc:sldLayoutMkLst>
            <pc:docMk/>
            <pc:sldMasterMk cId="1350655971" sldId="2147483660"/>
            <pc:sldLayoutMk cId="3129794799" sldId="2147483671"/>
          </pc:sldLayoutMkLst>
        </pc:sldLayoutChg>
        <pc:sldLayoutChg chg="modSp mod ord">
          <pc:chgData name="Andrew Hood (Strategy Unit, hosted by ML)" userId="8780178f-c962-4518-a070-fd8292572a75" providerId="ADAL" clId="{F7BFCCB5-6F60-4B4C-8F2B-82E3B95F8D19}" dt="2024-05-20T10:10:49.630" v="114" actId="404"/>
          <pc:sldLayoutMkLst>
            <pc:docMk/>
            <pc:sldMasterMk cId="1350655971" sldId="2147483660"/>
            <pc:sldLayoutMk cId="2868002840" sldId="2147483672"/>
          </pc:sldLayoutMkLst>
          <pc:spChg chg="mod">
            <ac:chgData name="Andrew Hood (Strategy Unit, hosted by ML)" userId="8780178f-c962-4518-a070-fd8292572a75" providerId="ADAL" clId="{F7BFCCB5-6F60-4B4C-8F2B-82E3B95F8D19}" dt="2024-05-20T10:10:49.630" v="114" actId="404"/>
            <ac:spMkLst>
              <pc:docMk/>
              <pc:sldMasterMk cId="1350655971" sldId="2147483660"/>
              <pc:sldLayoutMk cId="2868002840" sldId="2147483672"/>
              <ac:spMk id="2" creationId="{00000000-0000-0000-0000-000000000000}"/>
            </ac:spMkLst>
          </pc:spChg>
        </pc:sldLayoutChg>
        <pc:sldLayoutChg chg="addSp delSp modSp mod ord">
          <pc:chgData name="Andrew Hood (Strategy Unit, hosted by ML)" userId="8780178f-c962-4518-a070-fd8292572a75" providerId="ADAL" clId="{F7BFCCB5-6F60-4B4C-8F2B-82E3B95F8D19}" dt="2024-05-20T10:13:11.815" v="134" actId="11529"/>
          <pc:sldLayoutMkLst>
            <pc:docMk/>
            <pc:sldMasterMk cId="1350655971" sldId="2147483660"/>
            <pc:sldLayoutMk cId="2240479861" sldId="2147483673"/>
          </pc:sldLayoutMkLst>
          <pc:spChg chg="mod">
            <ac:chgData name="Andrew Hood (Strategy Unit, hosted by ML)" userId="8780178f-c962-4518-a070-fd8292572a75" providerId="ADAL" clId="{F7BFCCB5-6F60-4B4C-8F2B-82E3B95F8D19}" dt="2024-05-20T10:11:53.591" v="122" actId="404"/>
            <ac:spMkLst>
              <pc:docMk/>
              <pc:sldMasterMk cId="1350655971" sldId="2147483660"/>
              <pc:sldLayoutMk cId="2240479861" sldId="2147483673"/>
              <ac:spMk id="2" creationId="{00000000-0000-0000-0000-000000000000}"/>
            </ac:spMkLst>
          </pc:spChg>
          <pc:spChg chg="mod">
            <ac:chgData name="Andrew Hood (Strategy Unit, hosted by ML)" userId="8780178f-c962-4518-a070-fd8292572a75" providerId="ADAL" clId="{F7BFCCB5-6F60-4B4C-8F2B-82E3B95F8D19}" dt="2024-05-20T10:11:59.853" v="124" actId="14100"/>
            <ac:spMkLst>
              <pc:docMk/>
              <pc:sldMasterMk cId="1350655971" sldId="2147483660"/>
              <pc:sldLayoutMk cId="2240479861" sldId="2147483673"/>
              <ac:spMk id="3" creationId="{00000000-0000-0000-0000-000000000000}"/>
            </ac:spMkLst>
          </pc:spChg>
          <pc:spChg chg="del mod">
            <ac:chgData name="Andrew Hood (Strategy Unit, hosted by ML)" userId="8780178f-c962-4518-a070-fd8292572a75" providerId="ADAL" clId="{F7BFCCB5-6F60-4B4C-8F2B-82E3B95F8D19}" dt="2024-05-20T10:12:57.870" v="133" actId="478"/>
            <ac:spMkLst>
              <pc:docMk/>
              <pc:sldMasterMk cId="1350655971" sldId="2147483660"/>
              <pc:sldLayoutMk cId="2240479861" sldId="2147483673"/>
              <ac:spMk id="4" creationId="{3624C560-4E3C-7F23-9A71-5ECD5129CBDE}"/>
            </ac:spMkLst>
          </pc:spChg>
          <pc:spChg chg="add del">
            <ac:chgData name="Andrew Hood (Strategy Unit, hosted by ML)" userId="8780178f-c962-4518-a070-fd8292572a75" providerId="ADAL" clId="{F7BFCCB5-6F60-4B4C-8F2B-82E3B95F8D19}" dt="2024-05-20T10:13:11.815" v="134" actId="11529"/>
            <ac:spMkLst>
              <pc:docMk/>
              <pc:sldMasterMk cId="1350655971" sldId="2147483660"/>
              <pc:sldLayoutMk cId="2240479861" sldId="2147483673"/>
              <ac:spMk id="7" creationId="{2E59ECB5-E363-EC6A-2228-AC3CE60F8940}"/>
            </ac:spMkLst>
          </pc:spChg>
          <pc:spChg chg="add mod">
            <ac:chgData name="Andrew Hood (Strategy Unit, hosted by ML)" userId="8780178f-c962-4518-a070-fd8292572a75" providerId="ADAL" clId="{F7BFCCB5-6F60-4B4C-8F2B-82E3B95F8D19}" dt="2024-05-20T10:13:11.815" v="134" actId="11529"/>
            <ac:spMkLst>
              <pc:docMk/>
              <pc:sldMasterMk cId="1350655971" sldId="2147483660"/>
              <pc:sldLayoutMk cId="2240479861" sldId="2147483673"/>
              <ac:spMk id="8" creationId="{E661F691-68A2-ACF8-5D27-3F5571B6FD79}"/>
            </ac:spMkLst>
          </pc:spChg>
        </pc:sldLayoutChg>
        <pc:sldLayoutChg chg="mod ord">
          <pc:chgData name="Andrew Hood (Strategy Unit, hosted by ML)" userId="8780178f-c962-4518-a070-fd8292572a75" providerId="ADAL" clId="{F7BFCCB5-6F60-4B4C-8F2B-82E3B95F8D19}" dt="2024-05-14T15:56:53.028" v="73" actId="20578"/>
          <pc:sldLayoutMkLst>
            <pc:docMk/>
            <pc:sldMasterMk cId="1350655971" sldId="2147483660"/>
            <pc:sldLayoutMk cId="3850935417" sldId="2147483736"/>
          </pc:sldLayoutMkLst>
        </pc:sldLayoutChg>
      </pc:sldMasterChg>
      <pc:sldMasterChg chg="del delSldLayout">
        <pc:chgData name="Andrew Hood (Strategy Unit, hosted by ML)" userId="8780178f-c962-4518-a070-fd8292572a75" providerId="ADAL" clId="{F7BFCCB5-6F60-4B4C-8F2B-82E3B95F8D19}" dt="2024-05-14T15:54:26.969" v="65" actId="2696"/>
        <pc:sldMasterMkLst>
          <pc:docMk/>
          <pc:sldMasterMk cId="1174660013" sldId="2147483674"/>
        </pc:sldMasterMkLst>
        <pc:sldLayoutChg chg="del">
          <pc:chgData name="Andrew Hood (Strategy Unit, hosted by ML)" userId="8780178f-c962-4518-a070-fd8292572a75" providerId="ADAL" clId="{F7BFCCB5-6F60-4B4C-8F2B-82E3B95F8D19}" dt="2024-05-14T14:27:20.179" v="5" actId="2696"/>
          <pc:sldLayoutMkLst>
            <pc:docMk/>
            <pc:sldMasterMk cId="1174660013" sldId="2147483674"/>
            <pc:sldLayoutMk cId="127841284" sldId="2147483675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5:54:26.928" v="61" actId="2696"/>
          <pc:sldLayoutMkLst>
            <pc:docMk/>
            <pc:sldMasterMk cId="1174660013" sldId="2147483674"/>
            <pc:sldLayoutMk cId="1707256655" sldId="2147483676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5:54:26.930" v="62" actId="2696"/>
          <pc:sldLayoutMkLst>
            <pc:docMk/>
            <pc:sldMasterMk cId="1174660013" sldId="2147483674"/>
            <pc:sldLayoutMk cId="3495843777" sldId="2147483677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5:54:26.940" v="63" actId="2696"/>
          <pc:sldLayoutMkLst>
            <pc:docMk/>
            <pc:sldMasterMk cId="1174660013" sldId="2147483674"/>
            <pc:sldLayoutMk cId="884496847" sldId="2147483678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5:54:26.955" v="64" actId="2696"/>
          <pc:sldLayoutMkLst>
            <pc:docMk/>
            <pc:sldMasterMk cId="1174660013" sldId="2147483674"/>
            <pc:sldLayoutMk cId="2633201798" sldId="2147483679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7:09.220" v="4" actId="2696"/>
          <pc:sldLayoutMkLst>
            <pc:docMk/>
            <pc:sldMasterMk cId="1174660013" sldId="2147483674"/>
            <pc:sldLayoutMk cId="1526335664" sldId="2147483680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5:44:51.859" v="34" actId="2696"/>
          <pc:sldLayoutMkLst>
            <pc:docMk/>
            <pc:sldMasterMk cId="1174660013" sldId="2147483674"/>
            <pc:sldLayoutMk cId="1091201406" sldId="2147483681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7:05.296" v="3" actId="2696"/>
          <pc:sldLayoutMkLst>
            <pc:docMk/>
            <pc:sldMasterMk cId="1174660013" sldId="2147483674"/>
            <pc:sldLayoutMk cId="1449910989" sldId="2147483683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7:01.851" v="2" actId="2696"/>
          <pc:sldLayoutMkLst>
            <pc:docMk/>
            <pc:sldMasterMk cId="1174660013" sldId="2147483674"/>
            <pc:sldLayoutMk cId="3950764820" sldId="2147483684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5:18.670" v="1" actId="2696"/>
          <pc:sldLayoutMkLst>
            <pc:docMk/>
            <pc:sldMasterMk cId="1174660013" sldId="2147483674"/>
            <pc:sldLayoutMk cId="3275933723" sldId="2147483685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5:03.846" v="0" actId="2696"/>
          <pc:sldLayoutMkLst>
            <pc:docMk/>
            <pc:sldMasterMk cId="1174660013" sldId="2147483674"/>
            <pc:sldLayoutMk cId="3476365925" sldId="21474836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0CA9A-2E33-CF44-8384-C36560AEBD58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73926-F261-134A-8033-EF7538D3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6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need to bring the right individuals and businesses together to foster innovation and to deliver hospitals of the future.</a:t>
            </a:r>
          </a:p>
          <a:p>
            <a:endParaRPr lang="en-GB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65127-0706-4F05-8424-A0E3E1131A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34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need to bring the right individuals and businesses together to foster innovation and to deliver hospitals of the future.</a:t>
            </a:r>
          </a:p>
          <a:p>
            <a:endParaRPr lang="en-GB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65127-0706-4F05-8424-A0E3E1131A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031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65127-0706-4F05-8424-A0E3E1131A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342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E0E89-32C9-4FC4-9CBC-CAC1A433EA0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597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046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8" y="4755350"/>
            <a:ext cx="8406375" cy="1218369"/>
          </a:xfrm>
        </p:spPr>
        <p:txBody>
          <a:bodyPr anchor="ctr">
            <a:normAutofit/>
          </a:bodyPr>
          <a:lstStyle>
            <a:lvl1pPr algn="l">
              <a:defRPr sz="36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199" y="6020353"/>
            <a:ext cx="8406374" cy="674129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34673" y="4870528"/>
            <a:ext cx="0" cy="914400"/>
          </a:xfrm>
          <a:prstGeom prst="line">
            <a:avLst/>
          </a:prstGeom>
          <a:ln w="60325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AEC535E7-05A1-3106-03CA-FE81CE89F9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1" r="6031"/>
          <a:stretch/>
        </p:blipFill>
        <p:spPr>
          <a:xfrm>
            <a:off x="0" y="18784"/>
            <a:ext cx="12192000" cy="4572000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E20BC1E3-5F30-6B91-A98C-EEDFAD08A1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48" y="5001144"/>
            <a:ext cx="2237233" cy="134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8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046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4755350"/>
            <a:ext cx="7772400" cy="1218369"/>
          </a:xfrm>
        </p:spPr>
        <p:txBody>
          <a:bodyPr anchor="ctr">
            <a:normAutofit/>
          </a:bodyPr>
          <a:lstStyle>
            <a:lvl1pPr algn="l">
              <a:defRPr sz="36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199" y="6020353"/>
            <a:ext cx="7772399" cy="674129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28348" y="4870528"/>
            <a:ext cx="0" cy="914400"/>
          </a:xfrm>
          <a:prstGeom prst="line">
            <a:avLst/>
          </a:prstGeom>
          <a:ln w="4445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73FDA91B-6B8D-6C56-06AE-FDAAB237A5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670" y="4870528"/>
            <a:ext cx="2472059" cy="149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0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52" y="419100"/>
            <a:ext cx="9720072" cy="93345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B7D868-2676-D940-84A9-1D62048C5842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819-5C80-B996-F823-F8B9F9EAD6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9829" y="1619249"/>
            <a:ext cx="5046518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BAB7DA-EC53-0103-E362-83F86BDB6BC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35653" y="1619248"/>
            <a:ext cx="5046518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4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3747" y="1619250"/>
            <a:ext cx="5678424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576BF1A0-1B30-B080-929D-2D4F0124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9829" y="428624"/>
            <a:ext cx="8434196" cy="91440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D18B8C-3B03-E70C-8B8E-166B7859E097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61A5FC-3684-1BAC-1114-63C491ABAD7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9829" y="1619249"/>
            <a:ext cx="4405121" cy="4233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34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9829" y="438150"/>
            <a:ext cx="8434196" cy="9144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9829" y="1550608"/>
            <a:ext cx="10243946" cy="460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Click to edit text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71093" y="6583680"/>
            <a:ext cx="9023755" cy="274320"/>
          </a:xfrm>
        </p:spPr>
        <p:txBody>
          <a:bodyPr/>
          <a:lstStyle/>
          <a:p>
            <a:r>
              <a:rPr lang="en-US" dirty="0"/>
              <a:t>Add sensitivity if needed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0837A-E153-BAFA-B6F8-647E5E476D7B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/>
              <a:pPr/>
              <a:t>‹#›</a:t>
            </a:fld>
            <a:endParaRPr lang="en-US" sz="9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61F691-68A2-ACF8-5D27-3F5571B6FD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9638" y="2228850"/>
            <a:ext cx="7015162" cy="3695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47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2376C-BD00-0C21-7B68-8BAE977B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5C0E-E263-0848-A698-EE526CA39358}" type="datetimeFigureOut">
              <a:rPr lang="en-US" smtClean="0"/>
              <a:t>5/20/2024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64193-C369-71B1-B4FE-84F03344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2168E-40A1-A3C5-5A84-C324B159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93662-164E-B74F-8D60-B4DF4EEC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3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9829" y="403765"/>
            <a:ext cx="8434196" cy="976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828" y="1737360"/>
            <a:ext cx="10420160" cy="40892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6E56E1-9EDB-5EE5-A17D-D1CA9626D67B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04E18-8379-D7A8-EB57-3A892E5A1EC5}"/>
              </a:ext>
            </a:extLst>
          </p:cNvPr>
          <p:cNvSpPr/>
          <p:nvPr userDrawn="1"/>
        </p:nvSpPr>
        <p:spPr>
          <a:xfrm>
            <a:off x="9818655" y="237744"/>
            <a:ext cx="2043115" cy="1499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F56D429E-DF34-7BA9-913A-6A66F93118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575" y="403765"/>
            <a:ext cx="1478709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6AE61C-CB53-A51B-2E3D-419A782B4757}"/>
              </a:ext>
            </a:extLst>
          </p:cNvPr>
          <p:cNvSpPr txBox="1">
            <a:spLocks/>
          </p:cNvSpPr>
          <p:nvPr userDrawn="1"/>
        </p:nvSpPr>
        <p:spPr>
          <a:xfrm>
            <a:off x="909828" y="1619249"/>
            <a:ext cx="10420159" cy="423343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8" name="Picture 7" descr="A blue line with a white background">
            <a:extLst>
              <a:ext uri="{FF2B5EF4-FFF2-40B4-BE49-F238E27FC236}">
                <a16:creationId xmlns:a16="http://schemas.microsoft.com/office/drawing/2014/main" id="{F5E63812-AC84-AA97-7086-F862611574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r="942"/>
          <a:stretch/>
        </p:blipFill>
        <p:spPr>
          <a:xfrm>
            <a:off x="11875" y="11875"/>
            <a:ext cx="1225926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9829" y="429900"/>
            <a:ext cx="8434196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828" y="1695450"/>
            <a:ext cx="10420160" cy="403383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1093" y="6583680"/>
            <a:ext cx="843015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sensitivity level here if required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40641" y="6309360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0FAE58-AEA8-F047-B98D-7B2B3D0140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39373" y="429900"/>
            <a:ext cx="0" cy="914400"/>
          </a:xfrm>
          <a:prstGeom prst="line">
            <a:avLst/>
          </a:prstGeom>
          <a:ln w="4445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65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4" r:id="rId3"/>
    <p:sldLayoutId id="2147483668" r:id="rId4"/>
    <p:sldLayoutId id="2147483673" r:id="rId5"/>
    <p:sldLayoutId id="2147483736" r:id="rId6"/>
    <p:sldLayoutId id="2147483662" r:id="rId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none" spc="100" baseline="0">
          <a:solidFill>
            <a:schemeClr val="tx1">
              <a:lumMod val="95000"/>
              <a:lumOff val="5000"/>
            </a:schemeClr>
          </a:solidFill>
          <a:latin typeface="Aptos ExtraBold" panose="020F050202020403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Arial" panose="020B0604020202020204" pitchFamily="34" charset="0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Arial" panose="020B0604020202020204" pitchFamily="34" charset="0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Arial" panose="020B0604020202020204" pitchFamily="34" charset="0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Arial" panose="020B0604020202020204" pitchFamily="34" charset="0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Arial" panose="020B060402020202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nhp.comms@nhs.ne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sv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7B4C-281E-963B-11DE-57930E597E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dirty="0"/>
              <a:t>decks should start with this slide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85F96-685A-6ABB-CF89-058B3D7A3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62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D52569-A66D-A631-1C05-5E2B61668EDE}"/>
              </a:ext>
            </a:extLst>
          </p:cNvPr>
          <p:cNvSpPr/>
          <p:nvPr/>
        </p:nvSpPr>
        <p:spPr>
          <a:xfrm>
            <a:off x="0" y="2377311"/>
            <a:ext cx="12192000" cy="2255367"/>
          </a:xfrm>
          <a:prstGeom prst="rect">
            <a:avLst/>
          </a:prstGeom>
          <a:solidFill>
            <a:srgbClr val="046AAA"/>
          </a:solidFill>
          <a:ln>
            <a:solidFill>
              <a:srgbClr val="046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5A011262-D7ED-690D-5646-7040AE2BC5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5220"/>
          <a:stretch/>
        </p:blipFill>
        <p:spPr>
          <a:xfrm>
            <a:off x="5177928" y="2843"/>
            <a:ext cx="7014072" cy="6858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3ADD2FE0-F2F7-4592-76FF-5EEB4AF3D364}"/>
              </a:ext>
            </a:extLst>
          </p:cNvPr>
          <p:cNvSpPr/>
          <p:nvPr/>
        </p:nvSpPr>
        <p:spPr>
          <a:xfrm>
            <a:off x="4093937" y="0"/>
            <a:ext cx="3461968" cy="68580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90E8B84-A04D-B5E1-7949-97D3AB686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7" y="481041"/>
            <a:ext cx="1943116" cy="1171640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0F4F3A0-5614-EC5D-58F0-6D5870944D43}"/>
              </a:ext>
            </a:extLst>
          </p:cNvPr>
          <p:cNvSpPr/>
          <p:nvPr/>
        </p:nvSpPr>
        <p:spPr>
          <a:xfrm>
            <a:off x="3997511" y="2377311"/>
            <a:ext cx="3527914" cy="2255367"/>
          </a:xfrm>
          <a:prstGeom prst="parallelogram">
            <a:avLst/>
          </a:prstGeom>
          <a:solidFill>
            <a:srgbClr val="046AAA"/>
          </a:solidFill>
          <a:ln>
            <a:solidFill>
              <a:srgbClr val="046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935A99-8A3A-D4FA-CE4F-645F7D8F646D}"/>
              </a:ext>
            </a:extLst>
          </p:cNvPr>
          <p:cNvCxnSpPr>
            <a:cxnSpLocks/>
          </p:cNvCxnSpPr>
          <p:nvPr/>
        </p:nvCxnSpPr>
        <p:spPr>
          <a:xfrm>
            <a:off x="300213" y="3504995"/>
            <a:ext cx="47594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FA8FC8E-C271-431D-5FD3-B30F66C93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03265"/>
              </p:ext>
            </p:extLst>
          </p:nvPr>
        </p:nvGraphicFramePr>
        <p:xfrm>
          <a:off x="134112" y="2516283"/>
          <a:ext cx="6949440" cy="194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>
                  <a:extLst>
                    <a:ext uri="{9D8B030D-6E8A-4147-A177-3AD203B41FA5}">
                      <a16:colId xmlns:a16="http://schemas.microsoft.com/office/drawing/2014/main" val="1900660667"/>
                    </a:ext>
                  </a:extLst>
                </a:gridCol>
              </a:tblGrid>
              <a:tr h="88985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Divider slide </a:t>
                      </a:r>
                    </a:p>
                  </a:txBody>
                  <a:tcPr marL="32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833423"/>
                  </a:ext>
                </a:extLst>
              </a:tr>
              <a:tr h="132022">
                <a:tc>
                  <a:txBody>
                    <a:bodyPr/>
                    <a:lstStyle/>
                    <a:p>
                      <a:pPr algn="l"/>
                      <a:endParaRPr lang="en-GB" sz="5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4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544378"/>
                  </a:ext>
                </a:extLst>
              </a:tr>
              <a:tr h="889857">
                <a:tc>
                  <a:txBody>
                    <a:bodyPr/>
                    <a:lstStyle/>
                    <a:p>
                      <a:pPr algn="l"/>
                      <a:r>
                        <a:rPr lang="en-GB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Subtitle</a:t>
                      </a:r>
                    </a:p>
                  </a:txBody>
                  <a:tcPr marL="324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6143"/>
                  </a:ext>
                </a:extLst>
              </a:tr>
            </a:tbl>
          </a:graphicData>
        </a:graphic>
      </p:graphicFrame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CED675ED-A70C-866A-6937-99748931B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344" y="5621390"/>
            <a:ext cx="1028717" cy="802881"/>
          </a:xfrm>
          <a:prstGeom prst="rect">
            <a:avLst/>
          </a:prstGeom>
        </p:spPr>
      </p:pic>
      <p:pic>
        <p:nvPicPr>
          <p:cNvPr id="17" name="Picture 16" descr="A black background with a lion and a shield&#10;&#10;Description automatically generated">
            <a:extLst>
              <a:ext uri="{FF2B5EF4-FFF2-40B4-BE49-F238E27FC236}">
                <a16:creationId xmlns:a16="http://schemas.microsoft.com/office/drawing/2014/main" id="{AEADDCA9-DD68-9B78-B914-A9715EA7D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12" y="5578567"/>
            <a:ext cx="1028716" cy="811829"/>
          </a:xfrm>
          <a:prstGeom prst="rect">
            <a:avLst/>
          </a:prstGeom>
        </p:spPr>
      </p:pic>
      <p:pic>
        <p:nvPicPr>
          <p:cNvPr id="2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658FD951-5101-BA15-1368-14720D99F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577" y="5578567"/>
            <a:ext cx="1105930" cy="934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303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E7C65A47-AF1F-BD80-1522-E19DC1BDEE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6857"/>
          <a:stretch/>
        </p:blipFill>
        <p:spPr>
          <a:xfrm>
            <a:off x="5895010" y="-5514"/>
            <a:ext cx="6599666" cy="5974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F0B041A-A7EA-C6DC-0612-34D62632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slide with picture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399CD2-D7DE-2609-F89E-E6D12C3F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11308"/>
            <a:ext cx="6938772" cy="3915333"/>
          </a:xfrm>
        </p:spPr>
        <p:txBody>
          <a:bodyPr>
            <a:normAutofit/>
          </a:bodyPr>
          <a:lstStyle/>
          <a:p>
            <a:pPr algn="l">
              <a:spcBef>
                <a:spcPts val="480"/>
              </a:spcBef>
              <a:spcAft>
                <a:spcPts val="480"/>
              </a:spcAft>
            </a:pPr>
            <a:r>
              <a:rPr lang="en-GB" sz="2000" b="1" dirty="0">
                <a:solidFill>
                  <a:srgbClr val="005EB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Insert subtitle or intro sentence here </a:t>
            </a:r>
          </a:p>
          <a:p>
            <a:pPr algn="l">
              <a:spcBef>
                <a:spcPts val="480"/>
              </a:spcBef>
              <a:spcAft>
                <a:spcPts val="480"/>
              </a:spcAft>
            </a:pPr>
            <a:r>
              <a:rPr lang="en-GB" sz="2000" b="0" dirty="0">
                <a:solidFill>
                  <a:schemeClr val="tx1"/>
                </a:solidFill>
                <a:effectLst/>
                <a:latin typeface="Arial"/>
                <a:cs typeface="Arial"/>
              </a:rPr>
              <a:t>Add text here – a useful space to include text that isn’t bullet points. Have a look at the end of this slide deck for an example of how this slide can be used but try not to over do it with words!</a:t>
            </a:r>
          </a:p>
          <a:p>
            <a:pPr algn="l">
              <a:spcBef>
                <a:spcPts val="480"/>
              </a:spcBef>
              <a:spcAft>
                <a:spcPts val="480"/>
              </a:spcAft>
            </a:pPr>
            <a:endParaRPr lang="en-GB" sz="2000" dirty="0">
              <a:latin typeface="Arial"/>
              <a:cs typeface="Arial"/>
            </a:endParaRPr>
          </a:p>
          <a:p>
            <a:pPr algn="l">
              <a:spcBef>
                <a:spcPts val="480"/>
              </a:spcBef>
              <a:spcAft>
                <a:spcPts val="480"/>
              </a:spcAft>
            </a:pPr>
            <a:r>
              <a:rPr lang="en-GB" sz="2000" b="0" dirty="0">
                <a:solidFill>
                  <a:schemeClr val="tx1"/>
                </a:solidFill>
                <a:effectLst/>
                <a:latin typeface="Arial"/>
                <a:cs typeface="Arial"/>
              </a:rPr>
              <a:t>Add text here – a useful space to include text that isn’t bullet points. Have a look at the end of this slide deck for an example of how this slide can be used but try not to over do it with words!</a:t>
            </a:r>
          </a:p>
          <a:p>
            <a:pPr algn="l">
              <a:spcBef>
                <a:spcPts val="480"/>
              </a:spcBef>
              <a:spcAft>
                <a:spcPts val="480"/>
              </a:spcAft>
            </a:pPr>
            <a:endParaRPr lang="en-GB" sz="2000" b="0" dirty="0"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indent="0" algn="l">
              <a:spcBef>
                <a:spcPts val="480"/>
              </a:spcBef>
              <a:spcAft>
                <a:spcPts val="480"/>
              </a:spcAft>
              <a:buNone/>
            </a:pPr>
            <a:endParaRPr lang="en-GB" sz="2000" b="0" dirty="0"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algn="l">
              <a:spcBef>
                <a:spcPts val="480"/>
              </a:spcBef>
              <a:spcAft>
                <a:spcPts val="480"/>
              </a:spcAft>
            </a:pPr>
            <a:endParaRPr lang="en-GB" sz="24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8F209A6-769E-16B5-AFFD-3B2DE343A7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53863" y="6391275"/>
            <a:ext cx="338137" cy="27305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44ADC-FBC0-4698-B0EC-1AD4A40603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A36EB68-D0D9-2B90-87F7-70A184A8AE49}"/>
              </a:ext>
            </a:extLst>
          </p:cNvPr>
          <p:cNvSpPr/>
          <p:nvPr/>
        </p:nvSpPr>
        <p:spPr>
          <a:xfrm>
            <a:off x="3983445" y="0"/>
            <a:ext cx="5143621" cy="597408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7997929A-1442-AD42-AC14-9935FBF41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208" y="382738"/>
            <a:ext cx="1486045" cy="89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28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E7C65A47-AF1F-BD80-1522-E19DC1BDEE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6857"/>
          <a:stretch/>
        </p:blipFill>
        <p:spPr>
          <a:xfrm>
            <a:off x="5895010" y="0"/>
            <a:ext cx="6599666" cy="597137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F0B041A-A7EA-C6DC-0612-34D62632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slide with picture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399CD2-D7DE-2609-F89E-E6D12C3F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11307"/>
            <a:ext cx="7411212" cy="39168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8F209A6-769E-16B5-AFFD-3B2DE343A7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53863" y="6391275"/>
            <a:ext cx="338137" cy="27305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44ADC-FBC0-4698-B0EC-1AD4A40603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A36EB68-D0D9-2B90-87F7-70A184A8AE49}"/>
              </a:ext>
            </a:extLst>
          </p:cNvPr>
          <p:cNvSpPr/>
          <p:nvPr/>
        </p:nvSpPr>
        <p:spPr>
          <a:xfrm>
            <a:off x="3983445" y="0"/>
            <a:ext cx="5143621" cy="597689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80D3A46E-70BF-549E-48B8-77A961E08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208" y="382738"/>
            <a:ext cx="1486045" cy="89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0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97DF-BE8B-DFD8-DB21-C2A00F6FE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Alternative divider slide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B0F97B5-2C91-564A-F85D-354DD8483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87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BF3C16-7DC2-5059-477C-EE1B356C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0917E2-FD53-70C9-4248-F641FCF2E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32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A3A4B6B-4700-0A22-49B6-04610F18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EB07C7B-DDC6-018D-E37C-ADC22480E89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09829" y="1623421"/>
            <a:ext cx="4389120" cy="4192823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58869F5-6BDB-05A0-B510-AA35299E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65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5BD8CF-E5F7-63A5-7DBC-17CC923F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FFA3F-4820-F795-B5CA-04172E98B87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24127" y="1998070"/>
            <a:ext cx="4754880" cy="387110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939C77-6A0B-EDC9-59AB-87DDB652360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989319" y="1998070"/>
            <a:ext cx="4754880" cy="387110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482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A464-A6F6-BB0E-1AA3-833DC1799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Useful slides /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44E0C-9D27-26C7-328F-21690A6A9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Please contact the Comms Team if you need any </a:t>
            </a:r>
          </a:p>
          <a:p>
            <a:r>
              <a:rPr lang="en-US" sz="2400" dirty="0"/>
              <a:t>additional, approved slides or templates: </a:t>
            </a:r>
            <a:r>
              <a:rPr lang="en-GB" sz="2400" b="0" i="0" u="sng" dirty="0">
                <a:solidFill>
                  <a:srgbClr val="046AAA"/>
                </a:solidFill>
                <a:effectLst/>
                <a:latin typeface="Calibri" panose="020F0502020204030204" pitchFamily="34" charset="0"/>
                <a:hlinkClick r:id="rId2" tooltip="mailto:nhp.comms@nhs.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nhp.comms@nhs.net</a:t>
            </a:r>
            <a:endParaRPr lang="en-US" sz="2400" dirty="0">
              <a:solidFill>
                <a:srgbClr val="046A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98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7B4C-281E-963B-11DE-57930E597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755350"/>
            <a:ext cx="8282764" cy="1218369"/>
          </a:xfrm>
        </p:spPr>
        <p:txBody>
          <a:bodyPr>
            <a:normAutofit fontScale="90000"/>
          </a:bodyPr>
          <a:lstStyle/>
          <a:p>
            <a:b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GB" sz="4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</a:rPr>
              <a:t>Health and Social Care Planning: Update</a:t>
            </a:r>
            <a:b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85F96-685A-6ABB-CF89-058B3D7A3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Natalie Forrest, SRO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131E4-BC3D-83C7-F438-0E1893C4E932}"/>
              </a:ext>
            </a:extLst>
          </p:cNvPr>
          <p:cNvSpPr txBox="1"/>
          <p:nvPr/>
        </p:nvSpPr>
        <p:spPr>
          <a:xfrm>
            <a:off x="255182" y="163518"/>
            <a:ext cx="676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[EXAMPLE]</a:t>
            </a:r>
          </a:p>
        </p:txBody>
      </p:sp>
    </p:spTree>
    <p:extLst>
      <p:ext uri="{BB962C8B-B14F-4D97-AF65-F5344CB8AC3E}">
        <p14:creationId xmlns:p14="http://schemas.microsoft.com/office/powerpoint/2010/main" val="848788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E7C65A47-AF1F-BD80-1522-E19DC1BDEE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6857"/>
          <a:stretch/>
        </p:blipFill>
        <p:spPr>
          <a:xfrm>
            <a:off x="5827233" y="0"/>
            <a:ext cx="6599666" cy="59647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8F209A6-769E-16B5-AFFD-3B2DE343A7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87140" y="6193536"/>
            <a:ext cx="338137" cy="4714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44ADC-FBC0-4698-B0EC-1AD4A40603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A36EB68-D0D9-2B90-87F7-70A184A8AE49}"/>
              </a:ext>
            </a:extLst>
          </p:cNvPr>
          <p:cNvSpPr/>
          <p:nvPr/>
        </p:nvSpPr>
        <p:spPr>
          <a:xfrm>
            <a:off x="3983445" y="0"/>
            <a:ext cx="5143621" cy="5989084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21CD36-9657-79AE-6AF1-B2F0E4FD5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58778"/>
              </p:ext>
            </p:extLst>
          </p:nvPr>
        </p:nvGraphicFramePr>
        <p:xfrm>
          <a:off x="2596177" y="1947507"/>
          <a:ext cx="5017168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7168">
                  <a:extLst>
                    <a:ext uri="{9D8B030D-6E8A-4147-A177-3AD203B41FA5}">
                      <a16:colId xmlns:a16="http://schemas.microsoft.com/office/drawing/2014/main" val="1616796469"/>
                    </a:ext>
                  </a:extLst>
                </a:gridCol>
              </a:tblGrid>
              <a:tr h="3149188">
                <a:tc>
                  <a:txBody>
                    <a:bodyPr/>
                    <a:lstStyle/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GB" sz="1300" b="1" dirty="0">
                          <a:solidFill>
                            <a:srgbClr val="005EB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Thank you for joining the New Hospital Programme Autumn Market Update, both in-person and online. </a:t>
                      </a:r>
                    </a:p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GB" sz="1300" b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We are excited to share with you the latest Programme developments and our approach to delivery; with further details to be shared around key strategic areas of the Hospital 2.0 standardised design approach, the Programme Clinical and Digital Strategy, and the overarching Commercial approach.</a:t>
                      </a:r>
                    </a:p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scale of the Programme will call upon the skills and expertise of companies of all sizes, across a broad range of sectors. No matter your business we believe there’s a part for you to play in delivering hospitals of the future.</a:t>
                      </a:r>
                    </a:p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That’s why we’re calling upon the knowledge and experience of the widest breadth of suppliers from construction components to medical equipment and beyond.</a:t>
                      </a:r>
                      <a:endParaRPr lang="en-GB" sz="13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67624"/>
                  </a:ext>
                </a:extLst>
              </a:tr>
            </a:tbl>
          </a:graphicData>
        </a:graphic>
      </p:graphicFrame>
      <p:pic>
        <p:nvPicPr>
          <p:cNvPr id="6" name="Picture 5" descr="A person smiling with her arms crossed&#10;&#10;Description automatically generated">
            <a:extLst>
              <a:ext uri="{FF2B5EF4-FFF2-40B4-BE49-F238E27FC236}">
                <a16:creationId xmlns:a16="http://schemas.microsoft.com/office/drawing/2014/main" id="{E5970334-EEED-A0F8-6009-F93D483CB4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0" r="19465"/>
          <a:stretch/>
        </p:blipFill>
        <p:spPr>
          <a:xfrm>
            <a:off x="828708" y="1764676"/>
            <a:ext cx="1250591" cy="1261029"/>
          </a:xfrm>
          <a:prstGeom prst="ellipse">
            <a:avLst/>
          </a:prstGeom>
          <a:ln w="19050">
            <a:solidFill>
              <a:srgbClr val="005EB8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100DE-7161-8619-C3C1-147E8B58253C}"/>
              </a:ext>
            </a:extLst>
          </p:cNvPr>
          <p:cNvSpPr txBox="1"/>
          <p:nvPr/>
        </p:nvSpPr>
        <p:spPr>
          <a:xfrm>
            <a:off x="503637" y="3212860"/>
            <a:ext cx="19007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Natalie Forrest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Senior Responsible Owner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0307C9-6992-37FA-B3F3-16A15CCA1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3" r="16943"/>
          <a:stretch/>
        </p:blipFill>
        <p:spPr>
          <a:xfrm>
            <a:off x="782190" y="4021444"/>
            <a:ext cx="1250591" cy="1261029"/>
          </a:xfrm>
          <a:prstGeom prst="ellipse">
            <a:avLst/>
          </a:prstGeom>
          <a:ln w="19050">
            <a:solidFill>
              <a:srgbClr val="005BB8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0D0731-C94C-BD25-D90F-A44515504663}"/>
              </a:ext>
            </a:extLst>
          </p:cNvPr>
          <p:cNvSpPr txBox="1"/>
          <p:nvPr/>
        </p:nvSpPr>
        <p:spPr>
          <a:xfrm>
            <a:off x="86611" y="5378864"/>
            <a:ext cx="2734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Morag Stuart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Chief Programme Officer</a:t>
            </a:r>
          </a:p>
        </p:txBody>
      </p:sp>
      <p:pic>
        <p:nvPicPr>
          <p:cNvPr id="20" name="Picture 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2D7936-22CD-0F15-18B8-9CB5A2E3E1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909" y="5152141"/>
            <a:ext cx="2681501" cy="65402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F0B041A-A7EA-C6DC-0612-34D62632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[Example]</a:t>
            </a:r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AC0FB4A5-FFC3-37B9-9D62-26524950D5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814" y="234061"/>
            <a:ext cx="1758895" cy="10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522E19-B00F-1020-A09A-6BA77E74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New Hospital Programme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E540AB-6BA0-4688-EEB7-ABF9A0854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FB43C-9871-CEA6-AB42-288F7CBD91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1588" y="6356350"/>
            <a:ext cx="760412" cy="365125"/>
          </a:xfrm>
          <a:prstGeom prst="rect">
            <a:avLst/>
          </a:prstGeom>
        </p:spPr>
        <p:txBody>
          <a:bodyPr vert="horz" lIns="91440" tIns="36000" rIns="91440" bIns="36000" rtlCol="0" anchor="b" anchorCtr="0"/>
          <a:lstStyle>
            <a:defPPr>
              <a:defRPr lang="en-GB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A44ADC-FBC0-4698-B0EC-1AD4A4060383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22A3E5-4B52-EEEA-55DF-A105EF4C7B9F}"/>
              </a:ext>
            </a:extLst>
          </p:cNvPr>
          <p:cNvSpPr/>
          <p:nvPr/>
        </p:nvSpPr>
        <p:spPr>
          <a:xfrm>
            <a:off x="505761" y="1817585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730B1-21EE-FBB4-D103-BD8854AF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21" y="1457021"/>
            <a:ext cx="4403560" cy="455495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35C6892-80F9-BEB6-E211-80B7F6631836}"/>
              </a:ext>
            </a:extLst>
          </p:cNvPr>
          <p:cNvSpPr/>
          <p:nvPr/>
        </p:nvSpPr>
        <p:spPr>
          <a:xfrm>
            <a:off x="505761" y="2900065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40B30D3-0000-F7A8-B063-F2A14CF81B3C}"/>
              </a:ext>
            </a:extLst>
          </p:cNvPr>
          <p:cNvSpPr/>
          <p:nvPr/>
        </p:nvSpPr>
        <p:spPr>
          <a:xfrm>
            <a:off x="505760" y="3982545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D8C788-8BAF-0732-C61C-5C112DE6305D}"/>
              </a:ext>
            </a:extLst>
          </p:cNvPr>
          <p:cNvSpPr/>
          <p:nvPr/>
        </p:nvSpPr>
        <p:spPr>
          <a:xfrm>
            <a:off x="505760" y="5124521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A12D18-6C43-833E-8B6C-61359B2B298B}"/>
              </a:ext>
            </a:extLst>
          </p:cNvPr>
          <p:cNvSpPr txBox="1"/>
          <p:nvPr/>
        </p:nvSpPr>
        <p:spPr>
          <a:xfrm>
            <a:off x="1386041" y="1928754"/>
            <a:ext cx="5021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Building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40 hospitals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and now including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RAAC hospitals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(Reinforced Autoclaved Aerated Concrete)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1E9F64-25EB-DF7B-17A6-996775B917B8}"/>
              </a:ext>
            </a:extLst>
          </p:cNvPr>
          <p:cNvSpPr txBox="1"/>
          <p:nvPr/>
        </p:nvSpPr>
        <p:spPr>
          <a:xfrm>
            <a:off x="1386041" y="5311826"/>
            <a:ext cx="4319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On-going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Programme Business Case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5F90-FA05-3E1D-23E6-75030B88CBDB}"/>
              </a:ext>
            </a:extLst>
          </p:cNvPr>
          <p:cNvSpPr txBox="1"/>
          <p:nvPr/>
        </p:nvSpPr>
        <p:spPr>
          <a:xfrm>
            <a:off x="1344542" y="2825863"/>
            <a:ext cx="5317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centralised programme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to deploy a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systematic approach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including developing a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common set of design principles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incorporating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modern methods of construction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CF9E9-BA1D-692C-4C03-30CE88D73F0C}"/>
              </a:ext>
            </a:extLst>
          </p:cNvPr>
          <p:cNvSpPr txBox="1"/>
          <p:nvPr/>
        </p:nvSpPr>
        <p:spPr>
          <a:xfrm>
            <a:off x="1386040" y="3993478"/>
            <a:ext cx="545273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Development and application of a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 commercial and procurement strategy 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achieve economies of scale and mitigate supply constraints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algn="l" rtl="0" fontAlgn="base"/>
            <a:r>
              <a:rPr lang="en-GB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</p:txBody>
      </p:sp>
      <p:pic>
        <p:nvPicPr>
          <p:cNvPr id="19" name="Graphic 18" descr="Pen with solid fill">
            <a:extLst>
              <a:ext uri="{FF2B5EF4-FFF2-40B4-BE49-F238E27FC236}">
                <a16:creationId xmlns:a16="http://schemas.microsoft.com/office/drawing/2014/main" id="{92DA22DB-C48C-E9D5-D615-3EDEF7A10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247" y="5221948"/>
            <a:ext cx="487532" cy="487532"/>
          </a:xfrm>
          <a:prstGeom prst="rect">
            <a:avLst/>
          </a:prstGeom>
        </p:spPr>
      </p:pic>
      <p:pic>
        <p:nvPicPr>
          <p:cNvPr id="21" name="Graphic 20" descr="Share with solid fill">
            <a:extLst>
              <a:ext uri="{FF2B5EF4-FFF2-40B4-BE49-F238E27FC236}">
                <a16:creationId xmlns:a16="http://schemas.microsoft.com/office/drawing/2014/main" id="{D93B0929-776C-E4C9-44F9-70CFBA0523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800" y="4079973"/>
            <a:ext cx="487532" cy="487532"/>
          </a:xfrm>
          <a:prstGeom prst="rect">
            <a:avLst/>
          </a:prstGeom>
        </p:spPr>
      </p:pic>
      <p:pic>
        <p:nvPicPr>
          <p:cNvPr id="23" name="Graphic 22" descr="Layers Design with solid fill">
            <a:extLst>
              <a:ext uri="{FF2B5EF4-FFF2-40B4-BE49-F238E27FC236}">
                <a16:creationId xmlns:a16="http://schemas.microsoft.com/office/drawing/2014/main" id="{E6BF2357-C35F-B0ED-EEDD-DFABF366E4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247" y="3021453"/>
            <a:ext cx="487532" cy="487532"/>
          </a:xfrm>
          <a:prstGeom prst="rect">
            <a:avLst/>
          </a:prstGeom>
        </p:spPr>
      </p:pic>
      <p:pic>
        <p:nvPicPr>
          <p:cNvPr id="25" name="Graphic 24" descr="Hospital with solid fill">
            <a:extLst>
              <a:ext uri="{FF2B5EF4-FFF2-40B4-BE49-F238E27FC236}">
                <a16:creationId xmlns:a16="http://schemas.microsoft.com/office/drawing/2014/main" id="{B80FAFE4-CB47-360E-8B72-B62D28CD24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0247" y="1882980"/>
            <a:ext cx="487532" cy="48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9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674B-94D7-1309-E573-35188985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Useful icons / graphics </a:t>
            </a:r>
            <a:br>
              <a:rPr lang="en-US" dirty="0"/>
            </a:br>
            <a:r>
              <a:rPr lang="en-US" dirty="0"/>
              <a:t>(copy &amp; paste) 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B800265-1EEC-A76F-983F-FCFB24730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10523-80B8-59A5-3969-DCB2C97807DC}"/>
              </a:ext>
            </a:extLst>
          </p:cNvPr>
          <p:cNvGrpSpPr/>
          <p:nvPr/>
        </p:nvGrpSpPr>
        <p:grpSpPr>
          <a:xfrm>
            <a:off x="3569055" y="2334389"/>
            <a:ext cx="716507" cy="682388"/>
            <a:chOff x="484495" y="4911871"/>
            <a:chExt cx="716507" cy="68238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214078C-B4D4-A538-F177-E2E0F6F0731F}"/>
                </a:ext>
              </a:extLst>
            </p:cNvPr>
            <p:cNvSpPr/>
            <p:nvPr/>
          </p:nvSpPr>
          <p:spPr>
            <a:xfrm>
              <a:off x="484495" y="4911871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Pen with solid fill">
              <a:extLst>
                <a:ext uri="{FF2B5EF4-FFF2-40B4-BE49-F238E27FC236}">
                  <a16:creationId xmlns:a16="http://schemas.microsoft.com/office/drawing/2014/main" id="{C546B8A1-FEE8-1FF7-E1DF-D4880A92E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982" y="5009298"/>
              <a:ext cx="487532" cy="48753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98404E-A7CF-9753-0E00-2990B5ECA63A}"/>
              </a:ext>
            </a:extLst>
          </p:cNvPr>
          <p:cNvGrpSpPr/>
          <p:nvPr/>
        </p:nvGrpSpPr>
        <p:grpSpPr>
          <a:xfrm>
            <a:off x="2071551" y="2325667"/>
            <a:ext cx="716507" cy="682388"/>
            <a:chOff x="484495" y="3769895"/>
            <a:chExt cx="716507" cy="68238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04084CA-1525-DD36-83F3-D940EE805E6C}"/>
                </a:ext>
              </a:extLst>
            </p:cNvPr>
            <p:cNvSpPr/>
            <p:nvPr/>
          </p:nvSpPr>
          <p:spPr>
            <a:xfrm>
              <a:off x="484495" y="3769895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Graphic 7" descr="Share with solid fill">
              <a:extLst>
                <a:ext uri="{FF2B5EF4-FFF2-40B4-BE49-F238E27FC236}">
                  <a16:creationId xmlns:a16="http://schemas.microsoft.com/office/drawing/2014/main" id="{7D12891C-8796-5D2F-A5B8-CF8845FEB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1535" y="3867323"/>
              <a:ext cx="487532" cy="48753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636BD0-CF1B-FA9E-A50C-9D2CB2E9833D}"/>
              </a:ext>
            </a:extLst>
          </p:cNvPr>
          <p:cNvGrpSpPr/>
          <p:nvPr/>
        </p:nvGrpSpPr>
        <p:grpSpPr>
          <a:xfrm>
            <a:off x="581253" y="2301708"/>
            <a:ext cx="716507" cy="682388"/>
            <a:chOff x="4451504" y="3216108"/>
            <a:chExt cx="716507" cy="68238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F0FCAE0-6C1C-7BD1-A85E-9F5F77D43618}"/>
                </a:ext>
              </a:extLst>
            </p:cNvPr>
            <p:cNvSpPr/>
            <p:nvPr/>
          </p:nvSpPr>
          <p:spPr>
            <a:xfrm>
              <a:off x="4451504" y="3216108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phic 8" descr="Layers Design with solid fill">
              <a:extLst>
                <a:ext uri="{FF2B5EF4-FFF2-40B4-BE49-F238E27FC236}">
                  <a16:creationId xmlns:a16="http://schemas.microsoft.com/office/drawing/2014/main" id="{0A87D981-BED9-B4FE-5C81-2528B7984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5990" y="3337496"/>
              <a:ext cx="487532" cy="48753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05753A-FB65-C77E-DF39-57AEF0771E46}"/>
              </a:ext>
            </a:extLst>
          </p:cNvPr>
          <p:cNvGrpSpPr/>
          <p:nvPr/>
        </p:nvGrpSpPr>
        <p:grpSpPr>
          <a:xfrm>
            <a:off x="551575" y="3873905"/>
            <a:ext cx="716507" cy="682388"/>
            <a:chOff x="484496" y="1604935"/>
            <a:chExt cx="716507" cy="68238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14C45A4-F24D-6CF9-9392-A473BD3CCC7D}"/>
                </a:ext>
              </a:extLst>
            </p:cNvPr>
            <p:cNvSpPr/>
            <p:nvPr/>
          </p:nvSpPr>
          <p:spPr>
            <a:xfrm>
              <a:off x="484496" y="1604935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Graphic 9" descr="Hospital with solid fill">
              <a:extLst>
                <a:ext uri="{FF2B5EF4-FFF2-40B4-BE49-F238E27FC236}">
                  <a16:creationId xmlns:a16="http://schemas.microsoft.com/office/drawing/2014/main" id="{BA1D1665-19AD-64E5-ECB8-61795CF1D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8982" y="1670330"/>
              <a:ext cx="487532" cy="487532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D23F653-1255-1676-577B-E4B8F1A61E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993" y="1560051"/>
            <a:ext cx="4268690" cy="4415447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20D5F4E5-81D0-E5E2-84AD-195FF02A7F38}"/>
              </a:ext>
            </a:extLst>
          </p:cNvPr>
          <p:cNvSpPr/>
          <p:nvPr/>
        </p:nvSpPr>
        <p:spPr>
          <a:xfrm>
            <a:off x="2071551" y="3849946"/>
            <a:ext cx="716508" cy="68238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2B1415-77FF-3301-6060-80080435DB21}"/>
              </a:ext>
            </a:extLst>
          </p:cNvPr>
          <p:cNvSpPr/>
          <p:nvPr/>
        </p:nvSpPr>
        <p:spPr>
          <a:xfrm>
            <a:off x="3569054" y="3813992"/>
            <a:ext cx="716508" cy="68238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Graphic 20" descr="Business Growth with solid fill">
            <a:extLst>
              <a:ext uri="{FF2B5EF4-FFF2-40B4-BE49-F238E27FC236}">
                <a16:creationId xmlns:a16="http://schemas.microsoft.com/office/drawing/2014/main" id="{3054C43D-648A-B32D-DCCA-4FFE5F31A6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93224" y="3896770"/>
            <a:ext cx="592893" cy="592893"/>
          </a:xfrm>
          <a:prstGeom prst="rect">
            <a:avLst/>
          </a:prstGeom>
        </p:spPr>
      </p:pic>
      <p:pic>
        <p:nvPicPr>
          <p:cNvPr id="22" name="Graphic 21" descr="Architecture with solid fill">
            <a:extLst>
              <a:ext uri="{FF2B5EF4-FFF2-40B4-BE49-F238E27FC236}">
                <a16:creationId xmlns:a16="http://schemas.microsoft.com/office/drawing/2014/main" id="{6923475F-43C1-DE0F-E12E-87DB07C3D0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87326" y="3938336"/>
            <a:ext cx="530062" cy="5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03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NHP Colour Them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FEFFFE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bcc8e4-81ed-40b2-9b21-aa98bc8e658d"/>
    <lcf76f155ced4ddcb4097134ff3c332f xmlns="6303f13c-72cc-47f0-aeed-d46f93b2971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C3297AEF9452489C7FCE3B7D0A0240" ma:contentTypeVersion="18" ma:contentTypeDescription="Create a new document." ma:contentTypeScope="" ma:versionID="1ccb097adaeed9eb0eeb9354c7c3f9c4">
  <xsd:schema xmlns:xsd="http://www.w3.org/2001/XMLSchema" xmlns:xs="http://www.w3.org/2001/XMLSchema" xmlns:p="http://schemas.microsoft.com/office/2006/metadata/properties" xmlns:ns2="6303f13c-72cc-47f0-aeed-d46f93b29717" xmlns:ns3="6fbcc8e4-81ed-40b2-9b21-aa98bc8e658d" targetNamespace="http://schemas.microsoft.com/office/2006/metadata/properties" ma:root="true" ma:fieldsID="66ecee001987cab92525588c62778a1f" ns2:_="" ns3:_="">
    <xsd:import namespace="6303f13c-72cc-47f0-aeed-d46f93b29717"/>
    <xsd:import namespace="6fbcc8e4-81ed-40b2-9b21-aa98bc8e65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3f13c-72cc-47f0-aeed-d46f93b297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e3038f7-01d3-45c6-9ff3-08a5a011bc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bcc8e4-81ed-40b2-9b21-aa98bc8e65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d26e479-4cc6-47b8-a560-5253f29e5bd2}" ma:internalName="TaxCatchAll" ma:showField="CatchAllData" ma:web="6fbcc8e4-81ed-40b2-9b21-aa98bc8e65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E2E476-1148-42D4-979E-2DA976947740}">
  <ds:schemaRefs>
    <ds:schemaRef ds:uri="http://schemas.microsoft.com/office/infopath/2007/PartnerControls"/>
    <ds:schemaRef ds:uri="http://purl.org/dc/elements/1.1/"/>
    <ds:schemaRef ds:uri="6fbcc8e4-81ed-40b2-9b21-aa98bc8e658d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6303f13c-72cc-47f0-aeed-d46f93b29717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9F1E26B-D07C-4C90-911C-DDBB2DD1DC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C9B51D-A54E-4FD0-B3F0-EA8AEE842B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03f13c-72cc-47f0-aeed-d46f93b29717"/>
    <ds:schemaRef ds:uri="6fbcc8e4-81ed-40b2-9b21-aa98bc8e65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{8C70326D-9F1C-1842-B973-7199098CBC5F}tf10001061</Template>
  <TotalTime>158</TotalTime>
  <Words>451</Words>
  <Application>Microsoft Office PowerPoint</Application>
  <PresentationFormat>Widescreen</PresentationFormat>
  <Paragraphs>51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ExtraBold</vt:lpstr>
      <vt:lpstr>Arial</vt:lpstr>
      <vt:lpstr>Calibri</vt:lpstr>
      <vt:lpstr>Calibri Light</vt:lpstr>
      <vt:lpstr>Tw Cen MT</vt:lpstr>
      <vt:lpstr>Wingdings 3</vt:lpstr>
      <vt:lpstr>Integral</vt:lpstr>
      <vt:lpstr>All decks should start with this slide</vt:lpstr>
      <vt:lpstr>PowerPoint Presentation</vt:lpstr>
      <vt:lpstr>Content slide with picture</vt:lpstr>
      <vt:lpstr>Content slide with picture</vt:lpstr>
      <vt:lpstr>Alternative divider slide</vt:lpstr>
      <vt:lpstr>PowerPoint Presentation</vt:lpstr>
      <vt:lpstr>PowerPoint Presentation</vt:lpstr>
      <vt:lpstr>PowerPoint Presentation</vt:lpstr>
      <vt:lpstr>Useful slides / graphics</vt:lpstr>
      <vt:lpstr> Health and Social Care Planning: Update </vt:lpstr>
      <vt:lpstr>[Example]</vt:lpstr>
      <vt:lpstr>The New Hospital Programme</vt:lpstr>
      <vt:lpstr>Useful icons / graphics  (copy &amp; paste)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 Arnold</dc:creator>
  <cp:lastModifiedBy>Andrew Hood (Strategy Unit, hosted by ML)</cp:lastModifiedBy>
  <cp:revision>12</cp:revision>
  <dcterms:created xsi:type="dcterms:W3CDTF">2023-10-24T11:03:20Z</dcterms:created>
  <dcterms:modified xsi:type="dcterms:W3CDTF">2024-05-20T10:26:15Z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0x010100744B17513ABCD244A26AE9B952667F7B</vt:lpwstr>
  </property>
  <property fmtid="{D5CDD505-2E9C-101B-9397-08002B2CF9AE}" pid="3" name="MediaServiceImageTags">
    <vt:lpwstr/>
  </property>
</Properties>
</file>