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33867D-9600-4C1D-9751-87E1276999B7}" v="52" dt="2023-12-12T17:53:06.3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Hood (Strategy Unit, hosted by MLCSU)" userId="8780178f-c962-4518-a070-fd8292572a75" providerId="ADAL" clId="{A833867D-9600-4C1D-9751-87E1276999B7}"/>
    <pc:docChg chg="undo custSel addSld modMainMaster">
      <pc:chgData name="Andrew Hood (Strategy Unit, hosted by MLCSU)" userId="8780178f-c962-4518-a070-fd8292572a75" providerId="ADAL" clId="{A833867D-9600-4C1D-9751-87E1276999B7}" dt="2023-12-12T17:53:06.398" v="96" actId="113"/>
      <pc:docMkLst>
        <pc:docMk/>
      </pc:docMkLst>
      <pc:sldChg chg="new">
        <pc:chgData name="Andrew Hood (Strategy Unit, hosted by MLCSU)" userId="8780178f-c962-4518-a070-fd8292572a75" providerId="ADAL" clId="{A833867D-9600-4C1D-9751-87E1276999B7}" dt="2023-12-12T17:45:50.004" v="87" actId="680"/>
        <pc:sldMkLst>
          <pc:docMk/>
          <pc:sldMk cId="1709554401" sldId="256"/>
        </pc:sldMkLst>
      </pc:sldChg>
      <pc:sldMasterChg chg="modSp addSldLayout delSldLayout modSldLayout">
        <pc:chgData name="Andrew Hood (Strategy Unit, hosted by MLCSU)" userId="8780178f-c962-4518-a070-fd8292572a75" providerId="ADAL" clId="{A833867D-9600-4C1D-9751-87E1276999B7}" dt="2023-12-12T17:53:06.398" v="96" actId="113"/>
        <pc:sldMasterMkLst>
          <pc:docMk/>
          <pc:sldMasterMk cId="3010429175" sldId="2147483648"/>
        </pc:sldMasterMkLst>
        <pc:spChg chg="mod">
          <ac:chgData name="Andrew Hood (Strategy Unit, hosted by MLCSU)" userId="8780178f-c962-4518-a070-fd8292572a75" providerId="ADAL" clId="{A833867D-9600-4C1D-9751-87E1276999B7}" dt="2023-12-12T17:24:00.045" v="5" actId="403"/>
          <ac:spMkLst>
            <pc:docMk/>
            <pc:sldMasterMk cId="3010429175" sldId="2147483648"/>
            <ac:spMk id="2" creationId="{3710AD5D-79F1-7678-036D-1A18CE7425A4}"/>
          </ac:spMkLst>
        </pc:spChg>
        <pc:spChg chg="mod">
          <ac:chgData name="Andrew Hood (Strategy Unit, hosted by MLCSU)" userId="8780178f-c962-4518-a070-fd8292572a75" providerId="ADAL" clId="{A833867D-9600-4C1D-9751-87E1276999B7}" dt="2023-12-12T17:23:39.004" v="1" actId="2711"/>
          <ac:spMkLst>
            <pc:docMk/>
            <pc:sldMasterMk cId="3010429175" sldId="2147483648"/>
            <ac:spMk id="3" creationId="{AE8C3304-960F-5048-3F67-C75ADD0D6BA7}"/>
          </ac:spMkLst>
        </pc:spChg>
        <pc:spChg chg="mod">
          <ac:chgData name="Andrew Hood (Strategy Unit, hosted by MLCSU)" userId="8780178f-c962-4518-a070-fd8292572a75" providerId="ADAL" clId="{A833867D-9600-4C1D-9751-87E1276999B7}" dt="2023-12-12T17:23:39.004" v="1" actId="2711"/>
          <ac:spMkLst>
            <pc:docMk/>
            <pc:sldMasterMk cId="3010429175" sldId="2147483648"/>
            <ac:spMk id="4" creationId="{0FA1EDF9-9C9E-DB99-EB27-F10846B1F9FD}"/>
          </ac:spMkLst>
        </pc:spChg>
        <pc:spChg chg="mod">
          <ac:chgData name="Andrew Hood (Strategy Unit, hosted by MLCSU)" userId="8780178f-c962-4518-a070-fd8292572a75" providerId="ADAL" clId="{A833867D-9600-4C1D-9751-87E1276999B7}" dt="2023-12-12T17:23:39.004" v="1" actId="2711"/>
          <ac:spMkLst>
            <pc:docMk/>
            <pc:sldMasterMk cId="3010429175" sldId="2147483648"/>
            <ac:spMk id="5" creationId="{1BF73945-9E4F-337A-7183-74651A2F5083}"/>
          </ac:spMkLst>
        </pc:spChg>
        <pc:spChg chg="mod">
          <ac:chgData name="Andrew Hood (Strategy Unit, hosted by MLCSU)" userId="8780178f-c962-4518-a070-fd8292572a75" providerId="ADAL" clId="{A833867D-9600-4C1D-9751-87E1276999B7}" dt="2023-12-12T17:23:39.004" v="1" actId="2711"/>
          <ac:spMkLst>
            <pc:docMk/>
            <pc:sldMasterMk cId="3010429175" sldId="2147483648"/>
            <ac:spMk id="6" creationId="{5DB60DA1-5776-5CEB-22E0-266027CC014C}"/>
          </ac:spMkLst>
        </pc:spChg>
        <pc:sldLayoutChg chg="addSp delSp modSp mod setBg">
          <pc:chgData name="Andrew Hood (Strategy Unit, hosted by MLCSU)" userId="8780178f-c962-4518-a070-fd8292572a75" providerId="ADAL" clId="{A833867D-9600-4C1D-9751-87E1276999B7}" dt="2023-12-12T17:53:01.184" v="95" actId="403"/>
          <pc:sldLayoutMkLst>
            <pc:docMk/>
            <pc:sldMasterMk cId="3010429175" sldId="2147483648"/>
            <pc:sldLayoutMk cId="147865703" sldId="2147483649"/>
          </pc:sldLayoutMkLst>
          <pc:spChg chg="mod">
            <ac:chgData name="Andrew Hood (Strategy Unit, hosted by MLCSU)" userId="8780178f-c962-4518-a070-fd8292572a75" providerId="ADAL" clId="{A833867D-9600-4C1D-9751-87E1276999B7}" dt="2023-12-12T17:52:55.804" v="93" actId="113"/>
            <ac:spMkLst>
              <pc:docMk/>
              <pc:sldMasterMk cId="3010429175" sldId="2147483648"/>
              <pc:sldLayoutMk cId="147865703" sldId="2147483649"/>
              <ac:spMk id="2" creationId="{E73BE5A5-6138-37D8-1C7D-C19962F8F88E}"/>
            </ac:spMkLst>
          </pc:spChg>
          <pc:spChg chg="mod">
            <ac:chgData name="Andrew Hood (Strategy Unit, hosted by MLCSU)" userId="8780178f-c962-4518-a070-fd8292572a75" providerId="ADAL" clId="{A833867D-9600-4C1D-9751-87E1276999B7}" dt="2023-12-12T17:53:01.184" v="95" actId="403"/>
            <ac:spMkLst>
              <pc:docMk/>
              <pc:sldMasterMk cId="3010429175" sldId="2147483648"/>
              <pc:sldLayoutMk cId="147865703" sldId="2147483649"/>
              <ac:spMk id="3" creationId="{0FE69272-DA3C-F30A-9463-BAA969CAE2A9}"/>
            </ac:spMkLst>
          </pc:spChg>
          <pc:picChg chg="add del mod">
            <ac:chgData name="Andrew Hood (Strategy Unit, hosted by MLCSU)" userId="8780178f-c962-4518-a070-fd8292572a75" providerId="ADAL" clId="{A833867D-9600-4C1D-9751-87E1276999B7}" dt="2023-12-12T17:38:12.500" v="67" actId="21"/>
            <ac:picMkLst>
              <pc:docMk/>
              <pc:sldMasterMk cId="3010429175" sldId="2147483648"/>
              <pc:sldLayoutMk cId="147865703" sldId="2147483649"/>
              <ac:picMk id="8" creationId="{621F4146-6429-EBD9-1A87-D55EE66CACED}"/>
            </ac:picMkLst>
          </pc:picChg>
          <pc:picChg chg="add mod">
            <ac:chgData name="Andrew Hood (Strategy Unit, hosted by MLCSU)" userId="8780178f-c962-4518-a070-fd8292572a75" providerId="ADAL" clId="{A833867D-9600-4C1D-9751-87E1276999B7}" dt="2023-12-12T17:39:48.353" v="78" actId="1076"/>
            <ac:picMkLst>
              <pc:docMk/>
              <pc:sldMasterMk cId="3010429175" sldId="2147483648"/>
              <pc:sldLayoutMk cId="147865703" sldId="2147483649"/>
              <ac:picMk id="10" creationId="{B19C95CC-3D8D-3C7A-47FD-9073422A000C}"/>
            </ac:picMkLst>
          </pc:picChg>
        </pc:sldLayoutChg>
        <pc:sldLayoutChg chg="addSp modSp mod">
          <pc:chgData name="Andrew Hood (Strategy Unit, hosted by MLCSU)" userId="8780178f-c962-4518-a070-fd8292572a75" providerId="ADAL" clId="{A833867D-9600-4C1D-9751-87E1276999B7}" dt="2023-12-12T17:52:14.234" v="91" actId="6014"/>
          <pc:sldLayoutMkLst>
            <pc:docMk/>
            <pc:sldMasterMk cId="3010429175" sldId="2147483648"/>
            <pc:sldLayoutMk cId="1304338875" sldId="2147483650"/>
          </pc:sldLayoutMkLst>
          <pc:spChg chg="mod">
            <ac:chgData name="Andrew Hood (Strategy Unit, hosted by MLCSU)" userId="8780178f-c962-4518-a070-fd8292572a75" providerId="ADAL" clId="{A833867D-9600-4C1D-9751-87E1276999B7}" dt="2023-12-12T17:28:50.092" v="40" actId="113"/>
            <ac:spMkLst>
              <pc:docMk/>
              <pc:sldMasterMk cId="3010429175" sldId="2147483648"/>
              <pc:sldLayoutMk cId="1304338875" sldId="2147483650"/>
              <ac:spMk id="2" creationId="{8EBC554B-0A35-2E16-5925-F575F9A99AC2}"/>
            </ac:spMkLst>
          </pc:spChg>
          <pc:spChg chg="mod">
            <ac:chgData name="Andrew Hood (Strategy Unit, hosted by MLCSU)" userId="8780178f-c962-4518-a070-fd8292572a75" providerId="ADAL" clId="{A833867D-9600-4C1D-9751-87E1276999B7}" dt="2023-12-12T17:30:24.963" v="53" actId="404"/>
            <ac:spMkLst>
              <pc:docMk/>
              <pc:sldMasterMk cId="3010429175" sldId="2147483648"/>
              <pc:sldLayoutMk cId="1304338875" sldId="2147483650"/>
              <ac:spMk id="3" creationId="{8247F406-D45B-D425-3A90-6BF8112F499A}"/>
            </ac:spMkLst>
          </pc:spChg>
          <pc:picChg chg="add mod">
            <ac:chgData name="Andrew Hood (Strategy Unit, hosted by MLCSU)" userId="8780178f-c962-4518-a070-fd8292572a75" providerId="ADAL" clId="{A833867D-9600-4C1D-9751-87E1276999B7}" dt="2023-12-12T17:40:26.581" v="84" actId="1076"/>
            <ac:picMkLst>
              <pc:docMk/>
              <pc:sldMasterMk cId="3010429175" sldId="2147483648"/>
              <pc:sldLayoutMk cId="1304338875" sldId="2147483650"/>
              <ac:picMk id="7" creationId="{E8E72AB7-DAFD-2BB2-BC2F-8E82CEF44791}"/>
            </ac:picMkLst>
          </pc:picChg>
        </pc:sldLayoutChg>
        <pc:sldLayoutChg chg="del">
          <pc:chgData name="Andrew Hood (Strategy Unit, hosted by MLCSU)" userId="8780178f-c962-4518-a070-fd8292572a75" providerId="ADAL" clId="{A833867D-9600-4C1D-9751-87E1276999B7}" dt="2023-12-12T17:26:04.355" v="14" actId="2696"/>
          <pc:sldLayoutMkLst>
            <pc:docMk/>
            <pc:sldMasterMk cId="3010429175" sldId="2147483648"/>
            <pc:sldLayoutMk cId="787386742" sldId="2147483651"/>
          </pc:sldLayoutMkLst>
        </pc:sldLayoutChg>
        <pc:sldLayoutChg chg="addSp delSp modSp mod">
          <pc:chgData name="Andrew Hood (Strategy Unit, hosted by MLCSU)" userId="8780178f-c962-4518-a070-fd8292572a75" providerId="ADAL" clId="{A833867D-9600-4C1D-9751-87E1276999B7}" dt="2023-12-12T17:51:53.171" v="90" actId="6014"/>
          <pc:sldLayoutMkLst>
            <pc:docMk/>
            <pc:sldMasterMk cId="3010429175" sldId="2147483648"/>
            <pc:sldLayoutMk cId="3353746688" sldId="2147483652"/>
          </pc:sldLayoutMkLst>
          <pc:spChg chg="del">
            <ac:chgData name="Andrew Hood (Strategy Unit, hosted by MLCSU)" userId="8780178f-c962-4518-a070-fd8292572a75" providerId="ADAL" clId="{A833867D-9600-4C1D-9751-87E1276999B7}" dt="2023-12-12T17:29:04.123" v="41" actId="478"/>
            <ac:spMkLst>
              <pc:docMk/>
              <pc:sldMasterMk cId="3010429175" sldId="2147483648"/>
              <pc:sldLayoutMk cId="3353746688" sldId="2147483652"/>
              <ac:spMk id="2" creationId="{F9385F34-FBD9-440F-E700-4CF219F3D329}"/>
            </ac:spMkLst>
          </pc:spChg>
          <pc:spChg chg="mod">
            <ac:chgData name="Andrew Hood (Strategy Unit, hosted by MLCSU)" userId="8780178f-c962-4518-a070-fd8292572a75" providerId="ADAL" clId="{A833867D-9600-4C1D-9751-87E1276999B7}" dt="2023-12-12T17:30:13.167" v="52" actId="404"/>
            <ac:spMkLst>
              <pc:docMk/>
              <pc:sldMasterMk cId="3010429175" sldId="2147483648"/>
              <pc:sldLayoutMk cId="3353746688" sldId="2147483652"/>
              <ac:spMk id="3" creationId="{CA5D060E-1062-BE70-9980-1BF5FF92E2C5}"/>
            </ac:spMkLst>
          </pc:spChg>
          <pc:spChg chg="mod">
            <ac:chgData name="Andrew Hood (Strategy Unit, hosted by MLCSU)" userId="8780178f-c962-4518-a070-fd8292572a75" providerId="ADAL" clId="{A833867D-9600-4C1D-9751-87E1276999B7}" dt="2023-12-12T17:30:56.224" v="61" actId="404"/>
            <ac:spMkLst>
              <pc:docMk/>
              <pc:sldMasterMk cId="3010429175" sldId="2147483648"/>
              <pc:sldLayoutMk cId="3353746688" sldId="2147483652"/>
              <ac:spMk id="4" creationId="{E4BA1568-E5D1-F6F2-D484-B5C307CC4A2E}"/>
            </ac:spMkLst>
          </pc:spChg>
          <pc:spChg chg="add mod">
            <ac:chgData name="Andrew Hood (Strategy Unit, hosted by MLCSU)" userId="8780178f-c962-4518-a070-fd8292572a75" providerId="ADAL" clId="{A833867D-9600-4C1D-9751-87E1276999B7}" dt="2023-12-12T17:29:05.075" v="42"/>
            <ac:spMkLst>
              <pc:docMk/>
              <pc:sldMasterMk cId="3010429175" sldId="2147483648"/>
              <pc:sldLayoutMk cId="3353746688" sldId="2147483652"/>
              <ac:spMk id="8" creationId="{424E6138-47B4-C056-2D8C-3E8964E4D207}"/>
            </ac:spMkLst>
          </pc:spChg>
          <pc:picChg chg="add mod">
            <ac:chgData name="Andrew Hood (Strategy Unit, hosted by MLCSU)" userId="8780178f-c962-4518-a070-fd8292572a75" providerId="ADAL" clId="{A833867D-9600-4C1D-9751-87E1276999B7}" dt="2023-12-12T17:40:31.407" v="85"/>
            <ac:picMkLst>
              <pc:docMk/>
              <pc:sldMasterMk cId="3010429175" sldId="2147483648"/>
              <pc:sldLayoutMk cId="3353746688" sldId="2147483652"/>
              <ac:picMk id="9" creationId="{3AD1386B-020D-372F-7F24-6DE2E32B71AC}"/>
            </ac:picMkLst>
          </pc:picChg>
        </pc:sldLayoutChg>
        <pc:sldLayoutChg chg="del">
          <pc:chgData name="Andrew Hood (Strategy Unit, hosted by MLCSU)" userId="8780178f-c962-4518-a070-fd8292572a75" providerId="ADAL" clId="{A833867D-9600-4C1D-9751-87E1276999B7}" dt="2023-12-12T17:34:35.316" v="62" actId="2696"/>
          <pc:sldLayoutMkLst>
            <pc:docMk/>
            <pc:sldMasterMk cId="3010429175" sldId="2147483648"/>
            <pc:sldLayoutMk cId="883855028" sldId="2147483653"/>
          </pc:sldLayoutMkLst>
        </pc:sldLayoutChg>
        <pc:sldLayoutChg chg="del">
          <pc:chgData name="Andrew Hood (Strategy Unit, hosted by MLCSU)" userId="8780178f-c962-4518-a070-fd8292572a75" providerId="ADAL" clId="{A833867D-9600-4C1D-9751-87E1276999B7}" dt="2023-12-12T17:34:37.767" v="63" actId="2696"/>
          <pc:sldLayoutMkLst>
            <pc:docMk/>
            <pc:sldMasterMk cId="3010429175" sldId="2147483648"/>
            <pc:sldLayoutMk cId="2823417643" sldId="2147483654"/>
          </pc:sldLayoutMkLst>
        </pc:sldLayoutChg>
        <pc:sldLayoutChg chg="addSp modSp del">
          <pc:chgData name="Andrew Hood (Strategy Unit, hosted by MLCSU)" userId="8780178f-c962-4518-a070-fd8292572a75" providerId="ADAL" clId="{A833867D-9600-4C1D-9751-87E1276999B7}" dt="2023-12-12T17:52:44.404" v="92" actId="2696"/>
          <pc:sldLayoutMkLst>
            <pc:docMk/>
            <pc:sldMasterMk cId="3010429175" sldId="2147483648"/>
            <pc:sldLayoutMk cId="1443474744" sldId="2147483655"/>
          </pc:sldLayoutMkLst>
          <pc:picChg chg="add mod">
            <ac:chgData name="Andrew Hood (Strategy Unit, hosted by MLCSU)" userId="8780178f-c962-4518-a070-fd8292572a75" providerId="ADAL" clId="{A833867D-9600-4C1D-9751-87E1276999B7}" dt="2023-12-12T17:40:32.656" v="86"/>
            <ac:picMkLst>
              <pc:docMk/>
              <pc:sldMasterMk cId="3010429175" sldId="2147483648"/>
              <pc:sldLayoutMk cId="1443474744" sldId="2147483655"/>
              <ac:picMk id="5" creationId="{06BD12EC-827D-6258-1F69-63D464ECF5DF}"/>
            </ac:picMkLst>
          </pc:picChg>
        </pc:sldLayoutChg>
        <pc:sldLayoutChg chg="addSp delSp modSp mod setBg">
          <pc:chgData name="Andrew Hood (Strategy Unit, hosted by MLCSU)" userId="8780178f-c962-4518-a070-fd8292572a75" providerId="ADAL" clId="{A833867D-9600-4C1D-9751-87E1276999B7}" dt="2023-12-12T17:53:06.398" v="96" actId="113"/>
          <pc:sldLayoutMkLst>
            <pc:docMk/>
            <pc:sldMasterMk cId="3010429175" sldId="2147483648"/>
            <pc:sldLayoutMk cId="624085475" sldId="2147483656"/>
          </pc:sldLayoutMkLst>
          <pc:spChg chg="mod">
            <ac:chgData name="Andrew Hood (Strategy Unit, hosted by MLCSU)" userId="8780178f-c962-4518-a070-fd8292572a75" providerId="ADAL" clId="{A833867D-9600-4C1D-9751-87E1276999B7}" dt="2023-12-12T17:53:06.398" v="96" actId="113"/>
            <ac:spMkLst>
              <pc:docMk/>
              <pc:sldMasterMk cId="3010429175" sldId="2147483648"/>
              <pc:sldLayoutMk cId="624085475" sldId="2147483656"/>
              <ac:spMk id="2" creationId="{E73BE5A5-6138-37D8-1C7D-C19962F8F88E}"/>
            </ac:spMkLst>
          </pc:spChg>
          <pc:spChg chg="del">
            <ac:chgData name="Andrew Hood (Strategy Unit, hosted by MLCSU)" userId="8780178f-c962-4518-a070-fd8292572a75" providerId="ADAL" clId="{A833867D-9600-4C1D-9751-87E1276999B7}" dt="2023-12-12T17:26:37.787" v="17" actId="478"/>
            <ac:spMkLst>
              <pc:docMk/>
              <pc:sldMasterMk cId="3010429175" sldId="2147483648"/>
              <pc:sldLayoutMk cId="624085475" sldId="2147483656"/>
              <ac:spMk id="3" creationId="{0FE69272-DA3C-F30A-9463-BAA969CAE2A9}"/>
            </ac:spMkLst>
          </pc:spChg>
          <pc:picChg chg="add mod">
            <ac:chgData name="Andrew Hood (Strategy Unit, hosted by MLCSU)" userId="8780178f-c962-4518-a070-fd8292572a75" providerId="ADAL" clId="{A833867D-9600-4C1D-9751-87E1276999B7}" dt="2023-12-12T17:39:53.255" v="79" actId="1076"/>
            <ac:picMkLst>
              <pc:docMk/>
              <pc:sldMasterMk cId="3010429175" sldId="2147483648"/>
              <pc:sldLayoutMk cId="624085475" sldId="2147483656"/>
              <ac:picMk id="7" creationId="{1212B20B-74CC-68A1-858B-5DD8A23C7B7D}"/>
            </ac:picMkLst>
          </pc:picChg>
        </pc:sldLayoutChg>
        <pc:sldLayoutChg chg="del">
          <pc:chgData name="Andrew Hood (Strategy Unit, hosted by MLCSU)" userId="8780178f-c962-4518-a070-fd8292572a75" providerId="ADAL" clId="{A833867D-9600-4C1D-9751-87E1276999B7}" dt="2023-12-12T17:25:21.674" v="9" actId="2696"/>
          <pc:sldLayoutMkLst>
            <pc:docMk/>
            <pc:sldMasterMk cId="3010429175" sldId="2147483648"/>
            <pc:sldLayoutMk cId="1869107131" sldId="2147483656"/>
          </pc:sldLayoutMkLst>
        </pc:sldLayoutChg>
        <pc:sldLayoutChg chg="new del mod">
          <pc:chgData name="Andrew Hood (Strategy Unit, hosted by MLCSU)" userId="8780178f-c962-4518-a070-fd8292572a75" providerId="ADAL" clId="{A833867D-9600-4C1D-9751-87E1276999B7}" dt="2023-12-12T17:26:10.752" v="16" actId="11236"/>
          <pc:sldLayoutMkLst>
            <pc:docMk/>
            <pc:sldMasterMk cId="3010429175" sldId="2147483648"/>
            <pc:sldLayoutMk cId="3346471122" sldId="2147483656"/>
          </pc:sldLayoutMkLst>
        </pc:sldLayoutChg>
        <pc:sldLayoutChg chg="del">
          <pc:chgData name="Andrew Hood (Strategy Unit, hosted by MLCSU)" userId="8780178f-c962-4518-a070-fd8292572a75" providerId="ADAL" clId="{A833867D-9600-4C1D-9751-87E1276999B7}" dt="2023-12-12T17:25:13.373" v="8" actId="2696"/>
          <pc:sldLayoutMkLst>
            <pc:docMk/>
            <pc:sldMasterMk cId="3010429175" sldId="2147483648"/>
            <pc:sldLayoutMk cId="833042361" sldId="2147483657"/>
          </pc:sldLayoutMkLst>
        </pc:sldLayoutChg>
        <pc:sldLayoutChg chg="del">
          <pc:chgData name="Andrew Hood (Strategy Unit, hosted by MLCSU)" userId="8780178f-c962-4518-a070-fd8292572a75" providerId="ADAL" clId="{A833867D-9600-4C1D-9751-87E1276999B7}" dt="2023-12-12T17:25:06.171" v="7" actId="2696"/>
          <pc:sldLayoutMkLst>
            <pc:docMk/>
            <pc:sldMasterMk cId="3010429175" sldId="2147483648"/>
            <pc:sldLayoutMk cId="4241472779" sldId="2147483658"/>
          </pc:sldLayoutMkLst>
        </pc:sldLayoutChg>
        <pc:sldLayoutChg chg="del">
          <pc:chgData name="Andrew Hood (Strategy Unit, hosted by MLCSU)" userId="8780178f-c962-4518-a070-fd8292572a75" providerId="ADAL" clId="{A833867D-9600-4C1D-9751-87E1276999B7}" dt="2023-12-12T17:25:03.682" v="6" actId="2696"/>
          <pc:sldLayoutMkLst>
            <pc:docMk/>
            <pc:sldMasterMk cId="3010429175" sldId="2147483648"/>
            <pc:sldLayoutMk cId="1042622253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https://raw.githubusercontent.com/The-Strategy-Unit/assets/main/logo_black.svg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https://raw.githubusercontent.com/The-Strategy-Unit/assets/main/logo_yellow.svg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https://raw.githubusercontent.com/The-Strategy-Unit/assets/main/logo_yellow.svg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https://raw.githubusercontent.com/The-Strategy-Unit/assets/main/logo_yellow.svg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BE5A5-6138-37D8-1C7D-C19962F8F8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E69272-DA3C-F30A-9463-BAA969CAE2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D7C11-AA8D-9F38-E164-2A416F1B0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9F7F-6857-4504-AAAB-CD778AB490D0}" type="datetimeFigureOut">
              <a:rPr lang="en-GB" smtClean="0"/>
              <a:t>12/12/2023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11C322-A0BE-6570-D6BE-458AFC52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EC794-AE6B-070E-EBC0-07873E13F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9F96-8B08-46E8-B1E8-609E93D419BE}" type="slidenum">
              <a:rPr lang="en-GB" smtClean="0"/>
              <a:t>‹#›</a:t>
            </a:fld>
            <a:endParaRPr lang="en-GB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19C95CC-3D8D-3C7A-47FD-9073422A00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link="rId3"/>
              </a:ext>
            </a:extLst>
          </a:blip>
          <a:stretch>
            <a:fillRect/>
          </a:stretch>
        </p:blipFill>
        <p:spPr>
          <a:xfrm>
            <a:off x="10972014" y="13652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5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BE5A5-6138-37D8-1C7D-C19962F8F8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4215"/>
            <a:ext cx="9144000" cy="2387600"/>
          </a:xfrm>
        </p:spPr>
        <p:txBody>
          <a:bodyPr anchor="ctr">
            <a:normAutofit/>
          </a:bodyPr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D7C11-AA8D-9F38-E164-2A416F1B0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9F7F-6857-4504-AAAB-CD778AB490D0}" type="datetimeFigureOut">
              <a:rPr lang="en-GB" smtClean="0"/>
              <a:t>12/12/2023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11C322-A0BE-6570-D6BE-458AFC52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EC794-AE6B-070E-EBC0-07873E13F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9F96-8B08-46E8-B1E8-609E93D419BE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212B20B-74CC-68A1-858B-5DD8A23C7B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link="rId3"/>
              </a:ext>
            </a:extLst>
          </a:blip>
          <a:stretch>
            <a:fillRect/>
          </a:stretch>
        </p:blipFill>
        <p:spPr>
          <a:xfrm>
            <a:off x="10957874" y="13652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85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C554B-0A35-2E16-5925-F575F9A99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2652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7F406-D45B-D425-3A90-6BF8112F4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142"/>
            <a:ext cx="10515600" cy="46498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13D3A-6759-E5C9-D7B4-CA729EBCB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9F7F-6857-4504-AAAB-CD778AB490D0}" type="datetimeFigureOut">
              <a:rPr lang="en-GB" smtClean="0"/>
              <a:t>12/12/2023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85BED-F005-9D58-3D11-4860EEBD3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EBC2C-FEBD-5AC2-EA34-64B74E31A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9F96-8B08-46E8-B1E8-609E93D419BE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8E72AB7-DAFD-2BB2-BC2F-8E82CEF447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link="rId3"/>
              </a:ext>
            </a:extLst>
          </a:blip>
          <a:stretch>
            <a:fillRect/>
          </a:stretch>
        </p:blipFill>
        <p:spPr>
          <a:xfrm>
            <a:off x="11353800" y="6080380"/>
            <a:ext cx="648000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38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D060E-1062-BE70-9980-1BF5FF92E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08289"/>
            <a:ext cx="5181600" cy="466867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BA1568-E5D1-F6F2-D484-B5C307CC4A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8289"/>
            <a:ext cx="5181600" cy="466867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39479F-CBDC-7910-5FE1-C6E01D601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9F7F-6857-4504-AAAB-CD778AB490D0}" type="datetimeFigureOut">
              <a:rPr lang="en-GB" smtClean="0"/>
              <a:t>12/12/2023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2AE4B9-4982-BD93-7E78-9BD2558B9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54C11-6D06-BEB0-9759-69E106C8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9F96-8B08-46E8-B1E8-609E93D419BE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4E6138-47B4-C056-2D8C-3E8964E4D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2652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AD1386B-020D-372F-7F24-6DE2E32B71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link="rId3"/>
              </a:ext>
            </a:extLst>
          </a:blip>
          <a:stretch>
            <a:fillRect/>
          </a:stretch>
        </p:blipFill>
        <p:spPr>
          <a:xfrm>
            <a:off x="11353800" y="6080380"/>
            <a:ext cx="648000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746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10AD5D-79F1-7678-036D-1A18CE742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C3304-960F-5048-3F67-C75ADD0D6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1EDF9-9C9E-DB99-EB27-F10846B1F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A6FA9F7F-6857-4504-AAAB-CD778AB490D0}" type="datetimeFigureOut">
              <a:rPr lang="en-GB" smtClean="0"/>
              <a:pPr/>
              <a:t>12/12/2023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73945-9E4F-337A-7183-74651A2F50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60DA1-5776-5CEB-22E0-266027CC01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BCB09F96-8B08-46E8-B1E8-609E93D419BE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0429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0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DAF4-36EE-92FC-E648-1EABA60430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DA47A7-351D-8FA8-0F57-D8899E8297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955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Hood (Strategy Unit, hosted by MLCSU)</dc:creator>
  <cp:lastModifiedBy>Andrew Hood (Strategy Unit, hosted by MLCSU)</cp:lastModifiedBy>
  <cp:revision>1</cp:revision>
  <dcterms:created xsi:type="dcterms:W3CDTF">2023-12-12T17:21:27Z</dcterms:created>
  <dcterms:modified xsi:type="dcterms:W3CDTF">2023-12-12T17:53:06Z</dcterms:modified>
</cp:coreProperties>
</file>